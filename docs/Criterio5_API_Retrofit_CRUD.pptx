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924f2deacf4cfa" /><Relationship Type="http://schemas.openxmlformats.org/officeDocument/2006/relationships/extended-properties" Target="/docProps/app.xml" Id="Rdff8e93f532b4bc8" /><Relationship Type="http://schemas.openxmlformats.org/officeDocument/2006/relationships/officeDocument" Target="/ppt/presentation.xml" Id="Ra938a2091b9f4f63" /></Relationships>
</file>

<file path=ppt/presentation.xml><?xml version="1.0" encoding="utf-8"?>
<p:presentation xmlns:p="http://schemas.openxmlformats.org/presentationml/2006/main">
  <p:sldMasterIdLst>
    <p:sldMasterId xmlns:r="http://schemas.openxmlformats.org/officeDocument/2006/relationships" id="2147483648" r:id="R9b970dfdc7e948a4"/>
  </p:sldMasterIdLst>
  <p:notesMasterIdLst>
    <p:notesMasterId xmlns:r="http://schemas.openxmlformats.org/officeDocument/2006/relationships" r:id="Rb534739d4bb54b08"/>
  </p:notesMasterIdLst>
  <p:sldIdLst>
    <p:sldId xmlns:r="http://schemas.openxmlformats.org/officeDocument/2006/relationships" id="256" r:id="Rdf8aa45dc5a547d9"/>
    <p:sldId xmlns:r="http://schemas.openxmlformats.org/officeDocument/2006/relationships" id="257" r:id="Rdfac2b0501e540b2"/>
    <p:sldId xmlns:r="http://schemas.openxmlformats.org/officeDocument/2006/relationships" id="258" r:id="R0a5c8b6d0c3c46b6"/>
    <p:sldId xmlns:r="http://schemas.openxmlformats.org/officeDocument/2006/relationships" id="259" r:id="R2fbc325c7e4c4af5"/>
    <p:sldId xmlns:r="http://schemas.openxmlformats.org/officeDocument/2006/relationships" id="260" r:id="Rc817254f442a43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eea2d8d94e4bdb" /><Relationship Type="http://schemas.openxmlformats.org/officeDocument/2006/relationships/slideMaster" Target="/ppt/slideMasters/slideMaster1.xml" Id="R9b970dfdc7e948a4" /><Relationship Type="http://schemas.openxmlformats.org/officeDocument/2006/relationships/notesMaster" Target="/ppt/notesMasters/notesMaster1.xml" Id="Rb534739d4bb54b08" /><Relationship Type="http://schemas.openxmlformats.org/officeDocument/2006/relationships/presProps" Target="/ppt/presProps.xml" Id="Ra3853196d361410f" /><Relationship Type="http://schemas.openxmlformats.org/officeDocument/2006/relationships/tableStyles" Target="/ppt/tableStyles.xml" Id="R7f4f006adabf4429" /><Relationship Type="http://schemas.openxmlformats.org/officeDocument/2006/relationships/slide" Target="/ppt/slides/slide1.xml" Id="Rdf8aa45dc5a547d9" /><Relationship Type="http://schemas.openxmlformats.org/officeDocument/2006/relationships/slide" Target="/ppt/slides/slide2.xml" Id="Rdfac2b0501e540b2" /><Relationship Type="http://schemas.openxmlformats.org/officeDocument/2006/relationships/slide" Target="/ppt/slides/slide3.xml" Id="R0a5c8b6d0c3c46b6" /><Relationship Type="http://schemas.openxmlformats.org/officeDocument/2006/relationships/slide" Target="/ppt/slides/slide4.xml" Id="R2fbc325c7e4c4af5" /><Relationship Type="http://schemas.openxmlformats.org/officeDocument/2006/relationships/slide" Target="/ppt/slides/slide5.xml" Id="Rc817254f442a43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9c69a39ca64b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847490e43f447a" /><Relationship Type="http://schemas.openxmlformats.org/officeDocument/2006/relationships/notesMaster" Target="/ppt/notesMasters/notesMaster1.xml" Id="R6617211378c443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667c65ffa4458d" /><Relationship Type="http://schemas.openxmlformats.org/officeDocument/2006/relationships/notesMaster" Target="/ppt/notesMasters/notesMaster1.xml" Id="R64e08f7aab184e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8cbf777a824839" /><Relationship Type="http://schemas.openxmlformats.org/officeDocument/2006/relationships/notesMaster" Target="/ppt/notesMasters/notesMaster1.xml" Id="R8de1110c154f44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1a9aa8d49740e1" /><Relationship Type="http://schemas.openxmlformats.org/officeDocument/2006/relationships/notesMaster" Target="/ppt/notesMasters/notesMaster1.xml" Id="R6f7051cdb3a74c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faf4fe2ecc437c" /><Relationship Type="http://schemas.openxmlformats.org/officeDocument/2006/relationships/notesMaster" Target="/ppt/notesMasters/notesMaster1.xml" Id="Rc042064136a949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esta sección como el recorrido de los datos entre la aplicación Android y la API del proyecto.</a:t>
            </a:r>
          </a:p>
          <a:p xmlns:a="http://schemas.openxmlformats.org/drawingml/2006/main">
            <a:r>
              <a:t>La ilustración de portada fue generada con ImageGen; el resto de los diagramas y textos son objetos editables de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el flujo de izquierda a derecha y luego el retorno de la respuesta. La separación UI–ViewModel–Repositorio está implementada en el cliente Android.</a:t>
            </a:r>
          </a:p>
          <a:p xmlns:a="http://schemas.openxmlformats.org/drawingml/2006/main">
            <a:r>
              <a:t>Fuentes del proyecto: App movil/app/src/main/java/com/dulcemiel/app/ui/ModeloVistaTienda.kt; RepositorioTienda.kt; network/ApiDulceMiel.kt; backend/src/main/java/com/dulcemiel/backend/controller.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CRUD completo que se muestra está respaldado principalmente por ProductosController. Las rutas y códigos son los que define ese controlador.</a:t>
            </a:r>
          </a:p>
          <a:p xmlns:a="http://schemas.openxmlformats.org/drawingml/2006/main">
            <a:r>
              <a:t>GET de catálogo y detalle son públicos en el controlador; POST, PUT y DELETE requieren autorización de administrador. Un producto asociado a un pedido puede responder 409 al intentar eliminarse.</a:t>
            </a:r>
          </a:p>
          <a:p xmlns:a="http://schemas.openxmlformats.org/drawingml/2006/main">
            <a:r>
              <a:t>ResponseService estandariza respuestas con success, message y data cuando hay contenido.</a:t>
            </a:r>
          </a:p>
          <a:p xmlns:a="http://schemas.openxmlformats.org/drawingml/2006/main">
            <a:r>
              <a:t>Fuentes: App movil/backend/src/main/java/com/dulcemiel/backend/controller/ProductosController.java; PromocionesController.java; ResponseService.java.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aplicación construye un cliente Retrofit con Gson, OkHttp y un interceptor para el token. Las interfaces están separadas por funcionalidad y exponen métodos suspend.</a:t>
            </a:r>
          </a:p>
          <a:p xmlns:a="http://schemas.openxmlformats.org/drawingml/2006/main">
            <a:r>
              <a:t>viewModelScope.launch ejecuta las solicitudes sin bloquear la interfaz. Se muestran estados de carga y mensajes de respuesta/error.</a:t>
            </a:r>
          </a:p>
          <a:p xmlns:a="http://schemas.openxmlformats.org/drawingml/2006/main">
            <a:r>
              <a:t>La URL de build actual es local y usa 10.0.2.2:5000, dirección de acceso desde el emulador Android al host. En un dispositivo físico debe usarse la IP LAN del equipo y permitir el acceso en red.</a:t>
            </a:r>
          </a:p>
          <a:p xmlns:a="http://schemas.openxmlformats.org/drawingml/2006/main">
            <a:r>
              <a:t>Fuentes: App movil/app/build.gradle.kts; App movil/app/src/main/java/com/dulcemiel/app/network/ApiDulceMiel.kt; RepositorioTienda.kt; ModeloVistaTienda.kt.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app detecta HttpException y distingue códigos habituales: 400, 401, 403, 404 y errores 5xx; además traduce timeout, host desconocido e IOException a mensajes para el usuario. Un 401 puede cerrar la sesión.</a:t>
            </a:r>
          </a:p>
          <a:p xmlns:a="http://schemas.openxmlformats.org/drawingml/2006/main">
            <a:r>
              <a:t>409 existe en el servidor al intentar eliminar productos relacionados con pedidos. La app trata errores HTTP en general, pero no presento un texto UI específico para 409 como hecho comprobado.</a:t>
            </a:r>
          </a:p>
          <a:p xmlns:a="http://schemas.openxmlformats.org/drawingml/2006/main">
            <a:r>
              <a:t>Hay siete pruebas unitarias para las rutas Retrofit/CRUD y el mapeo HTTP. Usan un servidor simulado: no sustituyen la integración en vivo con el backend y SQL Server. Para cerrar esa evidencia, mostrar la app conectada y guardar capturas o video.</a:t>
            </a:r>
          </a:p>
          <a:p xmlns:a="http://schemas.openxmlformats.org/drawingml/2006/main">
            <a:r>
              <a:t>Fuentes: App movil/app/src/main/java/com/dulcemiel/app/ui/ModeloVistaTienda.kt; App movil/backend/src/main/java/com/dulcemiel/backend/controller/ProductosController.java. Pruebas backend visibles: BackendJavaApplicationTests.contextLoads().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6362ffc20b4a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c1e907d57e42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dbbeda6a1649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323101ee9c42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67a791e4f845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aa2bbc7b2b44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B26C5A-94ED-4BD1-897D-9F6734EEE5B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0999D7-B92F-4E55-981E-B4D7EC5EFF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95D5E8-55CE-4A72-B3A7-8E115152CF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3BCA78-D9A8-4E25-A3E7-FBCDC8F48D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F41A9E-7D88-4413-BE4B-BEC52923B3E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A2F8D0-7AA1-4DA5-981B-C8CDBEEF0A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68BDC7-9A38-4AB8-BF9B-BF774D8B67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9E4AD2-8261-4A34-8013-74B5333383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17C7A4-1B67-409D-A18F-B707F8B14D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81753C-75B7-4169-873F-651A810A00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eeb75d73d543b5" /><Relationship Type="http://schemas.openxmlformats.org/officeDocument/2006/relationships/slideLayout" Target="/ppt/slideLayouts/slideLayout1.xml" Id="Rc60681f3128d4355" /><Relationship Type="http://schemas.openxmlformats.org/officeDocument/2006/relationships/slideLayout" Target="/ppt/slideLayouts/slideLayout2.xml" Id="Rfd50fad0abb64ade" /><Relationship Type="http://schemas.openxmlformats.org/officeDocument/2006/relationships/slideLayout" Target="/ppt/slideLayouts/slideLayout3.xml" Id="R20bdc2a1e01c4330" /><Relationship Type="http://schemas.openxmlformats.org/officeDocument/2006/relationships/slideLayout" Target="/ppt/slideLayouts/slideLayout4.xml" Id="Rf401f14795954bba" /><Relationship Type="http://schemas.openxmlformats.org/officeDocument/2006/relationships/slideLayout" Target="/ppt/slideLayouts/slideLayout5.xml" Id="R7e1ad3d933d04b1a" /><Relationship Type="http://schemas.openxmlformats.org/officeDocument/2006/relationships/slideLayout" Target="/ppt/slideLayouts/slideLayout6.xml" Id="R20f5531db3a549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0681f3128d4355"/>
    <p:sldLayoutId xmlns:r="http://schemas.openxmlformats.org/officeDocument/2006/relationships" id="2147483650" r:id="Rfd50fad0abb64ade"/>
    <p:sldLayoutId xmlns:r="http://schemas.openxmlformats.org/officeDocument/2006/relationships" id="2147483651" r:id="R20bdc2a1e01c4330"/>
    <p:sldLayoutId xmlns:r="http://schemas.openxmlformats.org/officeDocument/2006/relationships" id="2147483652" r:id="Rf401f14795954bba"/>
    <p:sldLayoutId xmlns:r="http://schemas.openxmlformats.org/officeDocument/2006/relationships" id="2147483653" r:id="R7e1ad3d933d04b1a"/>
    <p:sldLayoutId xmlns:r="http://schemas.openxmlformats.org/officeDocument/2006/relationships" id="2147483654" r:id="R20f5531db3a549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7bd9d32d3f4d41" /><Relationship Type="http://schemas.openxmlformats.org/officeDocument/2006/relationships/image" Target="/ppt/media/image.png" Id="R10feaa34e5294a80" /><Relationship Type="http://schemas.openxmlformats.org/officeDocument/2006/relationships/notesSlide" Target="/ppt/notesSlides/notesSlide1.xml" Id="R165a253e06a74d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9312c6a13344033" /><Relationship Type="http://schemas.openxmlformats.org/officeDocument/2006/relationships/notesSlide" Target="/ppt/notesSlides/notesSlide2.xml" Id="Rc306cd93c42f4b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18368293d54c90" /><Relationship Type="http://schemas.openxmlformats.org/officeDocument/2006/relationships/notesSlide" Target="/ppt/notesSlides/notesSlide3.xml" Id="R211936feebfe47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3cdb8991e44bbb" /><Relationship Type="http://schemas.openxmlformats.org/officeDocument/2006/relationships/notesSlide" Target="/ppt/notesSlides/notesSlide4.xml" Id="R0ff562433ce34d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0acfe3b6ed47e5" /><Relationship Type="http://schemas.openxmlformats.org/officeDocument/2006/relationships/notesSlide" Target="/ppt/notesSlides/notesSlide5.xml" Id="Rfe6aa7e246664ae0" /></Relationships>
</file>

<file path=ppt/slides/slide1.xml><?xml version="1.0" encoding="utf-8"?>
<p:sld xmlns:p="http://schemas.openxmlformats.org/presentationml/2006/main">
  <p:cSld>
    <p:bg>
      <p:bgPr>
        <a:solidFill xmlns:a="http://schemas.openxmlformats.org/drawingml/2006/main">
          <a:srgbClr val="101A2C"/>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4787878-74A3-4CA2-8037-E600F417E413}"/>
              </a:ext>
            </a:extLst>
          </p:cNvPr>
          <p:cNvPicPr>
            <a:picLocks xmlns:a="http://schemas.openxmlformats.org/drawingml/2006/main" noChangeAspect="1"/>
          </p:cNvPicPr>
          <p:nvPr/>
        </p:nvPicPr>
        <p:blipFill>
          <a:blip xmlns:r="http://schemas.openxmlformats.org/officeDocument/2006/relationships" xmlns:a="http://schemas.openxmlformats.org/drawingml/2006/main" r:embed="R10feaa34e5294a80"/>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CB5629A-4D38-4CAD-BADB-85A3360BD7BE}"/>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01A2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0FB6BEF-3AD4-4B14-9DF9-ABBF0391AAD1}"/>
              </a:ext>
            </a:extLst>
          </p:cNvPr>
          <p:cNvSpPr>
            <a:spLocks xmlns:a="http://schemas.openxmlformats.org/drawingml/2006/main" noGrp="1"/>
          </p:cNvSpPr>
          <p:nvPr/>
        </p:nvSpPr>
        <p:spPr>
          <a:xfrm xmlns:a="http://schemas.openxmlformats.org/drawingml/2006/main">
            <a:off x="609600" y="704850"/>
            <a:ext cx="762000" cy="66675"/>
          </a:xfrm>
          <a:prstGeom xmlns:a="http://schemas.openxmlformats.org/drawingml/2006/main" prst="rect">
            <a:avLst/>
          </a:prstGeom>
          <a:solidFill xmlns:a="http://schemas.openxmlformats.org/drawingml/2006/main">
            <a:srgbClr val="F2AA2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6AA80D9-6E4D-4D39-9D88-54F75CF755A4}"/>
              </a:ext>
            </a:extLst>
          </p:cNvPr>
          <p:cNvSpPr>
            <a:spLocks xmlns:a="http://schemas.openxmlformats.org/drawingml/2006/main" noGrp="1"/>
          </p:cNvSpPr>
          <p:nvPr/>
        </p:nvSpPr>
        <p:spPr>
          <a:xfrm xmlns:a="http://schemas.openxmlformats.org/drawingml/2006/main">
            <a:off x="609600" y="9715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E8B850"/>
                </a:solidFill>
              </a:defRPr>
            </a:defPPr>
            <a:lvl1pPr algn="l">
              <a:defRPr sz="1125" b="1">
                <a:solidFill>
                  <a:srgbClr val="E8B850"/>
                </a:solidFill>
              </a:defRPr>
            </a:lvl1pPr>
            <a:lvl2pPr algn="l">
              <a:defRPr sz="1125" b="1">
                <a:solidFill>
                  <a:srgbClr val="E8B850"/>
                </a:solidFill>
              </a:defRPr>
            </a:lvl2pPr>
            <a:lvl3pPr algn="l">
              <a:defRPr sz="1125" b="1">
                <a:solidFill>
                  <a:srgbClr val="E8B850"/>
                </a:solidFill>
              </a:defRPr>
            </a:lvl3pPr>
            <a:lvl4pPr algn="l">
              <a:defRPr sz="1125" b="1">
                <a:solidFill>
                  <a:srgbClr val="E8B850"/>
                </a:solidFill>
              </a:defRPr>
            </a:lvl4pPr>
            <a:lvl5pPr algn="l">
              <a:defRPr sz="1125" b="1">
                <a:solidFill>
                  <a:srgbClr val="E8B850"/>
                </a:solidFill>
              </a:defRPr>
            </a:lvl5pPr>
            <a:lvl6pPr algn="l">
              <a:defRPr sz="1125" b="1">
                <a:solidFill>
                  <a:srgbClr val="E8B850"/>
                </a:solidFill>
              </a:defRPr>
            </a:lvl6pPr>
            <a:lvl7pPr algn="l">
              <a:defRPr sz="1125" b="1">
                <a:solidFill>
                  <a:srgbClr val="E8B850"/>
                </a:solidFill>
              </a:defRPr>
            </a:lvl7pPr>
            <a:lvl8pPr algn="l">
              <a:defRPr sz="1125" b="1">
                <a:solidFill>
                  <a:srgbClr val="E8B850"/>
                </a:solidFill>
              </a:defRPr>
            </a:lvl8pPr>
            <a:lvl9pPr algn="l">
              <a:defRPr sz="1125" b="1">
                <a:solidFill>
                  <a:srgbClr val="E8B850"/>
                </a:solidFill>
              </a:defRPr>
            </a:lvl9pPr>
          </a:lstStyle>
          <a:p xmlns:a="http://schemas.openxmlformats.org/drawingml/2006/main">
            <a:pPr algn="l">
              <a:defRPr sz="1125" b="1">
                <a:solidFill>
                  <a:srgbClr val="E8B850"/>
                </a:solidFill>
              </a:defRPr>
            </a:pPr>
            <a:r>
              <a:rPr sz="1125" b="1">
                <a:solidFill>
                  <a:srgbClr val="E8B850"/>
                </a:solidFill>
              </a:rPr>
              <a:t>DULCEMIEL  /  APLICACIÓN MÓVIL</a:t>
            </a:r>
          </a:p>
        </p:txBody>
      </p:sp>
      <p:sp>
        <p:nvSpPr>
          <p:cNvPr id="5" name="">
            <a:extLst xmlns:a="http://schemas.openxmlformats.org/drawingml/2006/main">
              <a:ext uri="{FF2B5EF4-FFF2-40B4-BE49-F238E27FC236}">
                <a16:creationId xmlns:a16="http://schemas.microsoft.com/office/drawing/2014/main" id="{EFED1510-997C-4BE7-AD68-ABBC18A11BE5}"/>
              </a:ext>
            </a:extLst>
          </p:cNvPr>
          <p:cNvSpPr>
            <a:spLocks xmlns:a="http://schemas.openxmlformats.org/drawingml/2006/main" noGrp="1"/>
          </p:cNvSpPr>
          <p:nvPr/>
        </p:nvSpPr>
        <p:spPr>
          <a:xfrm xmlns:a="http://schemas.openxmlformats.org/drawingml/2006/main">
            <a:off x="609600" y="1790700"/>
            <a:ext cx="4476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600" b="1">
                <a:solidFill>
                  <a:srgbClr val="FFF9EC"/>
                </a:solidFill>
              </a:defRPr>
            </a:defPPr>
            <a:lvl1pPr algn="l">
              <a:defRPr sz="3600" b="1">
                <a:solidFill>
                  <a:srgbClr val="FFF9EC"/>
                </a:solidFill>
              </a:defRPr>
            </a:lvl1pPr>
            <a:lvl2pPr algn="l">
              <a:defRPr sz="3600" b="1">
                <a:solidFill>
                  <a:srgbClr val="FFF9EC"/>
                </a:solidFill>
              </a:defRPr>
            </a:lvl2pPr>
            <a:lvl3pPr algn="l">
              <a:defRPr sz="3600" b="1">
                <a:solidFill>
                  <a:srgbClr val="FFF9EC"/>
                </a:solidFill>
              </a:defRPr>
            </a:lvl3pPr>
            <a:lvl4pPr algn="l">
              <a:defRPr sz="3600" b="1">
                <a:solidFill>
                  <a:srgbClr val="FFF9EC"/>
                </a:solidFill>
              </a:defRPr>
            </a:lvl4pPr>
            <a:lvl5pPr algn="l">
              <a:defRPr sz="3600" b="1">
                <a:solidFill>
                  <a:srgbClr val="FFF9EC"/>
                </a:solidFill>
              </a:defRPr>
            </a:lvl5pPr>
            <a:lvl6pPr algn="l">
              <a:defRPr sz="3600" b="1">
                <a:solidFill>
                  <a:srgbClr val="FFF9EC"/>
                </a:solidFill>
              </a:defRPr>
            </a:lvl6pPr>
            <a:lvl7pPr algn="l">
              <a:defRPr sz="3600" b="1">
                <a:solidFill>
                  <a:srgbClr val="FFF9EC"/>
                </a:solidFill>
              </a:defRPr>
            </a:lvl7pPr>
            <a:lvl8pPr algn="l">
              <a:defRPr sz="3600" b="1">
                <a:solidFill>
                  <a:srgbClr val="FFF9EC"/>
                </a:solidFill>
              </a:defRPr>
            </a:lvl8pPr>
            <a:lvl9pPr algn="l">
              <a:defRPr sz="3600" b="1">
                <a:solidFill>
                  <a:srgbClr val="FFF9EC"/>
                </a:solidFill>
              </a:defRPr>
            </a:lvl9pPr>
          </a:lstStyle>
          <a:p xmlns:a="http://schemas.openxmlformats.org/drawingml/2006/main">
            <a:pPr algn="l">
              <a:defRPr sz="3600" b="1">
                <a:solidFill>
                  <a:srgbClr val="FFF9EC"/>
                </a:solidFill>
              </a:defRPr>
            </a:pPr>
            <a:r>
              <a:rPr sz="3600" b="1">
                <a:solidFill>
                  <a:srgbClr val="FFF9EC"/>
                </a:solidFill>
              </a:rPr>
              <a:t>Criterio 5</a:t>
            </a:r>
          </a:p>
        </p:txBody>
      </p:sp>
      <p:sp>
        <p:nvSpPr>
          <p:cNvPr id="6" name="">
            <a:extLst xmlns:a="http://schemas.openxmlformats.org/drawingml/2006/main">
              <a:ext uri="{FF2B5EF4-FFF2-40B4-BE49-F238E27FC236}">
                <a16:creationId xmlns:a16="http://schemas.microsoft.com/office/drawing/2014/main" id="{4508CBA0-87DA-4BA8-942E-A5AD79DC9722}"/>
              </a:ext>
            </a:extLst>
          </p:cNvPr>
          <p:cNvSpPr>
            <a:spLocks xmlns:a="http://schemas.openxmlformats.org/drawingml/2006/main" noGrp="1"/>
          </p:cNvSpPr>
          <p:nvPr/>
        </p:nvSpPr>
        <p:spPr>
          <a:xfrm xmlns:a="http://schemas.openxmlformats.org/drawingml/2006/main">
            <a:off x="609600" y="2533650"/>
            <a:ext cx="4667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450" b="1">
                <a:solidFill>
                  <a:srgbClr val="FFF9EC"/>
                </a:solidFill>
              </a:defRPr>
            </a:defPPr>
            <a:lvl1pPr algn="l">
              <a:defRPr sz="3450" b="1">
                <a:solidFill>
                  <a:srgbClr val="FFF9EC"/>
                </a:solidFill>
              </a:defRPr>
            </a:lvl1pPr>
            <a:lvl2pPr algn="l">
              <a:defRPr sz="3450" b="1">
                <a:solidFill>
                  <a:srgbClr val="FFF9EC"/>
                </a:solidFill>
              </a:defRPr>
            </a:lvl2pPr>
            <a:lvl3pPr algn="l">
              <a:defRPr sz="3450" b="1">
                <a:solidFill>
                  <a:srgbClr val="FFF9EC"/>
                </a:solidFill>
              </a:defRPr>
            </a:lvl3pPr>
            <a:lvl4pPr algn="l">
              <a:defRPr sz="3450" b="1">
                <a:solidFill>
                  <a:srgbClr val="FFF9EC"/>
                </a:solidFill>
              </a:defRPr>
            </a:lvl4pPr>
            <a:lvl5pPr algn="l">
              <a:defRPr sz="3450" b="1">
                <a:solidFill>
                  <a:srgbClr val="FFF9EC"/>
                </a:solidFill>
              </a:defRPr>
            </a:lvl5pPr>
            <a:lvl6pPr algn="l">
              <a:defRPr sz="3450" b="1">
                <a:solidFill>
                  <a:srgbClr val="FFF9EC"/>
                </a:solidFill>
              </a:defRPr>
            </a:lvl6pPr>
            <a:lvl7pPr algn="l">
              <a:defRPr sz="3450" b="1">
                <a:solidFill>
                  <a:srgbClr val="FFF9EC"/>
                </a:solidFill>
              </a:defRPr>
            </a:lvl7pPr>
            <a:lvl8pPr algn="l">
              <a:defRPr sz="3450" b="1">
                <a:solidFill>
                  <a:srgbClr val="FFF9EC"/>
                </a:solidFill>
              </a:defRPr>
            </a:lvl8pPr>
            <a:lvl9pPr algn="l">
              <a:defRPr sz="3450" b="1">
                <a:solidFill>
                  <a:srgbClr val="FFF9EC"/>
                </a:solidFill>
              </a:defRPr>
            </a:lvl9pPr>
          </a:lstStyle>
          <a:p xmlns:a="http://schemas.openxmlformats.org/drawingml/2006/main">
            <a:pPr algn="l">
              <a:defRPr sz="3450" b="1">
                <a:solidFill>
                  <a:srgbClr val="FFF9EC"/>
                </a:solidFill>
              </a:defRPr>
            </a:pPr>
            <a:r>
              <a:rPr sz="3450" b="1">
                <a:solidFill>
                  <a:srgbClr val="FFF9EC"/>
                </a:solidFill>
              </a:rPr>
              <a:t>API REST y consumo</a:t>
            </a:r>
          </a:p>
          <a:p xmlns:a="http://schemas.openxmlformats.org/drawingml/2006/main">
            <a:pPr algn="l">
              <a:defRPr sz="3450" b="1">
                <a:solidFill>
                  <a:srgbClr val="FFF9EC"/>
                </a:solidFill>
              </a:defRPr>
            </a:pPr>
            <a:r>
              <a:rPr sz="3450" b="1">
                <a:solidFill>
                  <a:srgbClr val="FFF9EC"/>
                </a:solidFill>
              </a:rPr>
              <a:t>con Retrofit</a:t>
            </a:r>
          </a:p>
        </p:txBody>
      </p:sp>
      <p:sp>
        <p:nvSpPr>
          <p:cNvPr id="7" name="">
            <a:extLst xmlns:a="http://schemas.openxmlformats.org/drawingml/2006/main">
              <a:ext uri="{FF2B5EF4-FFF2-40B4-BE49-F238E27FC236}">
                <a16:creationId xmlns:a16="http://schemas.microsoft.com/office/drawing/2014/main" id="{74C6C6CE-7E0B-4F6A-BAE4-961446EBBD8C}"/>
              </a:ext>
            </a:extLst>
          </p:cNvPr>
          <p:cNvSpPr>
            <a:spLocks xmlns:a="http://schemas.openxmlformats.org/drawingml/2006/main" noGrp="1"/>
          </p:cNvSpPr>
          <p:nvPr/>
        </p:nvSpPr>
        <p:spPr>
          <a:xfrm xmlns:a="http://schemas.openxmlformats.org/drawingml/2006/main">
            <a:off x="628650" y="415290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F6D58C"/>
                </a:solidFill>
              </a:defRPr>
            </a:defPPr>
            <a:lvl1pPr algn="l">
              <a:defRPr sz="1800" b="0">
                <a:solidFill>
                  <a:srgbClr val="F6D58C"/>
                </a:solidFill>
              </a:defRPr>
            </a:lvl1pPr>
            <a:lvl2pPr algn="l">
              <a:defRPr sz="1800" b="0">
                <a:solidFill>
                  <a:srgbClr val="F6D58C"/>
                </a:solidFill>
              </a:defRPr>
            </a:lvl2pPr>
            <a:lvl3pPr algn="l">
              <a:defRPr sz="1800" b="0">
                <a:solidFill>
                  <a:srgbClr val="F6D58C"/>
                </a:solidFill>
              </a:defRPr>
            </a:lvl3pPr>
            <a:lvl4pPr algn="l">
              <a:defRPr sz="1800" b="0">
                <a:solidFill>
                  <a:srgbClr val="F6D58C"/>
                </a:solidFill>
              </a:defRPr>
            </a:lvl4pPr>
            <a:lvl5pPr algn="l">
              <a:defRPr sz="1800" b="0">
                <a:solidFill>
                  <a:srgbClr val="F6D58C"/>
                </a:solidFill>
              </a:defRPr>
            </a:lvl5pPr>
            <a:lvl6pPr algn="l">
              <a:defRPr sz="1800" b="0">
                <a:solidFill>
                  <a:srgbClr val="F6D58C"/>
                </a:solidFill>
              </a:defRPr>
            </a:lvl6pPr>
            <a:lvl7pPr algn="l">
              <a:defRPr sz="1800" b="0">
                <a:solidFill>
                  <a:srgbClr val="F6D58C"/>
                </a:solidFill>
              </a:defRPr>
            </a:lvl7pPr>
            <a:lvl8pPr algn="l">
              <a:defRPr sz="1800" b="0">
                <a:solidFill>
                  <a:srgbClr val="F6D58C"/>
                </a:solidFill>
              </a:defRPr>
            </a:lvl8pPr>
            <a:lvl9pPr algn="l">
              <a:defRPr sz="1800" b="0">
                <a:solidFill>
                  <a:srgbClr val="F6D58C"/>
                </a:solidFill>
              </a:defRPr>
            </a:lvl9pPr>
          </a:lstStyle>
          <a:p xmlns:a="http://schemas.openxmlformats.org/drawingml/2006/main">
            <a:pPr algn="l">
              <a:defRPr sz="1800" b="0">
                <a:solidFill>
                  <a:srgbClr val="F6D58C"/>
                </a:solidFill>
              </a:defRPr>
            </a:pPr>
            <a:r>
              <a:rPr sz="1800" b="0">
                <a:solidFill>
                  <a:srgbClr val="F6D58C"/>
                </a:solidFill>
              </a:rPr>
              <a:t>Coroutines · CRUD · errores HTTP</a:t>
            </a:r>
          </a:p>
        </p:txBody>
      </p:sp>
      <p:sp>
        <p:nvSpPr>
          <p:cNvPr id="8" name="">
            <a:extLst xmlns:a="http://schemas.openxmlformats.org/drawingml/2006/main">
              <a:ext uri="{FF2B5EF4-FFF2-40B4-BE49-F238E27FC236}">
                <a16:creationId xmlns:a16="http://schemas.microsoft.com/office/drawing/2014/main" id="{1963CAE6-A15C-42F7-B47E-71588A0C24A8}"/>
              </a:ext>
            </a:extLst>
          </p:cNvPr>
          <p:cNvSpPr>
            <a:spLocks xmlns:a="http://schemas.openxmlformats.org/drawingml/2006/main" noGrp="1"/>
          </p:cNvSpPr>
          <p:nvPr/>
        </p:nvSpPr>
        <p:spPr>
          <a:xfrm xmlns:a="http://schemas.openxmlformats.org/drawingml/2006/main">
            <a:off x="628650" y="4810125"/>
            <a:ext cx="4095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D4DBE5"/>
                </a:solidFill>
              </a:defRPr>
            </a:defPPr>
            <a:lvl1pPr algn="l">
              <a:defRPr sz="1500" b="0">
                <a:solidFill>
                  <a:srgbClr val="D4DBE5"/>
                </a:solidFill>
              </a:defRPr>
            </a:lvl1pPr>
            <a:lvl2pPr algn="l">
              <a:defRPr sz="1500" b="0">
                <a:solidFill>
                  <a:srgbClr val="D4DBE5"/>
                </a:solidFill>
              </a:defRPr>
            </a:lvl2pPr>
            <a:lvl3pPr algn="l">
              <a:defRPr sz="1500" b="0">
                <a:solidFill>
                  <a:srgbClr val="D4DBE5"/>
                </a:solidFill>
              </a:defRPr>
            </a:lvl3pPr>
            <a:lvl4pPr algn="l">
              <a:defRPr sz="1500" b="0">
                <a:solidFill>
                  <a:srgbClr val="D4DBE5"/>
                </a:solidFill>
              </a:defRPr>
            </a:lvl4pPr>
            <a:lvl5pPr algn="l">
              <a:defRPr sz="1500" b="0">
                <a:solidFill>
                  <a:srgbClr val="D4DBE5"/>
                </a:solidFill>
              </a:defRPr>
            </a:lvl5pPr>
            <a:lvl6pPr algn="l">
              <a:defRPr sz="1500" b="0">
                <a:solidFill>
                  <a:srgbClr val="D4DBE5"/>
                </a:solidFill>
              </a:defRPr>
            </a:lvl6pPr>
            <a:lvl7pPr algn="l">
              <a:defRPr sz="1500" b="0">
                <a:solidFill>
                  <a:srgbClr val="D4DBE5"/>
                </a:solidFill>
              </a:defRPr>
            </a:lvl7pPr>
            <a:lvl8pPr algn="l">
              <a:defRPr sz="1500" b="0">
                <a:solidFill>
                  <a:srgbClr val="D4DBE5"/>
                </a:solidFill>
              </a:defRPr>
            </a:lvl8pPr>
            <a:lvl9pPr algn="l">
              <a:defRPr sz="1500" b="0">
                <a:solidFill>
                  <a:srgbClr val="D4DBE5"/>
                </a:solidFill>
              </a:defRPr>
            </a:lvl9pPr>
          </a:lstStyle>
          <a:p xmlns:a="http://schemas.openxmlformats.org/drawingml/2006/main">
            <a:pPr algn="l">
              <a:defRPr sz="1500" b="0">
                <a:solidFill>
                  <a:srgbClr val="D4DBE5"/>
                </a:solidFill>
              </a:defRPr>
            </a:pPr>
            <a:r>
              <a:rPr sz="1500" b="0">
                <a:solidFill>
                  <a:srgbClr val="D4DBE5"/>
                </a:solidFill>
              </a:rPr>
              <a:t>La comunicación entre la app móvil y el servidor</a:t>
            </a:r>
          </a:p>
        </p:txBody>
      </p:sp>
      <p:sp>
        <p:nvSpPr>
          <p:cNvPr id="9" name="">
            <a:extLst xmlns:a="http://schemas.openxmlformats.org/drawingml/2006/main">
              <a:ext uri="{FF2B5EF4-FFF2-40B4-BE49-F238E27FC236}">
                <a16:creationId xmlns:a16="http://schemas.microsoft.com/office/drawing/2014/main" id="{3F134CCF-4DA0-400A-868F-A2AF416FAFE6}"/>
              </a:ext>
            </a:extLst>
          </p:cNvPr>
          <p:cNvSpPr>
            <a:spLocks xmlns:a="http://schemas.openxmlformats.org/drawingml/2006/main" noGrp="1"/>
          </p:cNvSpPr>
          <p:nvPr/>
        </p:nvSpPr>
        <p:spPr>
          <a:xfrm xmlns:a="http://schemas.openxmlformats.org/drawingml/2006/main">
            <a:off x="628650" y="5810250"/>
            <a:ext cx="2333625" cy="304800"/>
          </a:xfrm>
          <a:prstGeom xmlns:a="http://schemas.openxmlformats.org/drawingml/2006/main" prst="roundRect">
            <a:avLst>
              <a:gd name="adj" fmla="val 50000"/>
            </a:avLst>
          </a:prstGeom>
          <a:solidFill xmlns:a="http://schemas.openxmlformats.org/drawingml/2006/main">
            <a:srgbClr val="2636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53B3EA-5CEA-445F-B5CA-8F9649C3EDBD}"/>
              </a:ext>
            </a:extLst>
          </p:cNvPr>
          <p:cNvSpPr>
            <a:spLocks xmlns:a="http://schemas.openxmlformats.org/drawingml/2006/main" noGrp="1"/>
          </p:cNvSpPr>
          <p:nvPr/>
        </p:nvSpPr>
        <p:spPr>
          <a:xfrm xmlns:a="http://schemas.openxmlformats.org/drawingml/2006/main">
            <a:off x="723900" y="5819775"/>
            <a:ext cx="2143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FFD36D"/>
                </a:solidFill>
              </a:defRPr>
            </a:defPPr>
            <a:lvl1pPr algn="ctr">
              <a:defRPr sz="1125" b="1">
                <a:solidFill>
                  <a:srgbClr val="FFD36D"/>
                </a:solidFill>
              </a:defRPr>
            </a:lvl1pPr>
            <a:lvl2pPr algn="ctr">
              <a:defRPr sz="1125" b="1">
                <a:solidFill>
                  <a:srgbClr val="FFD36D"/>
                </a:solidFill>
              </a:defRPr>
            </a:lvl2pPr>
            <a:lvl3pPr algn="ctr">
              <a:defRPr sz="1125" b="1">
                <a:solidFill>
                  <a:srgbClr val="FFD36D"/>
                </a:solidFill>
              </a:defRPr>
            </a:lvl3pPr>
            <a:lvl4pPr algn="ctr">
              <a:defRPr sz="1125" b="1">
                <a:solidFill>
                  <a:srgbClr val="FFD36D"/>
                </a:solidFill>
              </a:defRPr>
            </a:lvl4pPr>
            <a:lvl5pPr algn="ctr">
              <a:defRPr sz="1125" b="1">
                <a:solidFill>
                  <a:srgbClr val="FFD36D"/>
                </a:solidFill>
              </a:defRPr>
            </a:lvl5pPr>
            <a:lvl6pPr algn="ctr">
              <a:defRPr sz="1125" b="1">
                <a:solidFill>
                  <a:srgbClr val="FFD36D"/>
                </a:solidFill>
              </a:defRPr>
            </a:lvl6pPr>
            <a:lvl7pPr algn="ctr">
              <a:defRPr sz="1125" b="1">
                <a:solidFill>
                  <a:srgbClr val="FFD36D"/>
                </a:solidFill>
              </a:defRPr>
            </a:lvl7pPr>
            <a:lvl8pPr algn="ctr">
              <a:defRPr sz="1125" b="1">
                <a:solidFill>
                  <a:srgbClr val="FFD36D"/>
                </a:solidFill>
              </a:defRPr>
            </a:lvl8pPr>
            <a:lvl9pPr algn="ctr">
              <a:defRPr sz="1125" b="1">
                <a:solidFill>
                  <a:srgbClr val="FFD36D"/>
                </a:solidFill>
              </a:defRPr>
            </a:lvl9pPr>
          </a:lstStyle>
          <a:p xmlns:a="http://schemas.openxmlformats.org/drawingml/2006/main">
            <a:pPr algn="ctr">
              <a:defRPr sz="1125" b="1">
                <a:solidFill>
                  <a:srgbClr val="FFD36D"/>
                </a:solidFill>
              </a:defRPr>
            </a:pPr>
            <a:r>
              <a:rPr sz="1125" b="1">
                <a:solidFill>
                  <a:srgbClr val="FFD36D"/>
                </a:solidFill>
              </a:rPr>
              <a:t>PARTE SERVIDOR + ANDROID</a:t>
            </a:r>
          </a:p>
        </p:txBody>
      </p:sp>
    </p:spTree>
    <p:extLst>
      <p:ext uri="{BB962C8B-B14F-4D97-AF65-F5344CB8AC3E}">
        <p14:creationId xmlns:p14="http://schemas.microsoft.com/office/powerpoint/2010/main" val="2006302090"/>
      </p:ext>
    </p:extLst>
  </p:cSld>
</p:sld>
</file>

<file path=ppt/slides/slide2.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E9744FD0-9EF1-4F22-98A1-23C5E82FFB8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A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C6FF56-C26D-434E-86E2-35618A0EB771}"/>
              </a:ext>
            </a:extLst>
          </p:cNvPr>
          <p:cNvSpPr>
            <a:spLocks xmlns:a="http://schemas.openxmlformats.org/drawingml/2006/main" noGrp="1"/>
          </p:cNvSpPr>
          <p:nvPr/>
        </p:nvSpPr>
        <p:spPr>
          <a:xfrm xmlns:a="http://schemas.openxmlformats.org/drawingml/2006/main">
            <a:off x="609600" y="33337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D8880B"/>
                </a:solidFill>
              </a:defRPr>
            </a:defPPr>
            <a:lvl1pPr algn="l">
              <a:defRPr sz="1200" b="1">
                <a:solidFill>
                  <a:srgbClr val="D8880B"/>
                </a:solidFill>
              </a:defRPr>
            </a:lvl1pPr>
            <a:lvl2pPr algn="l">
              <a:defRPr sz="1200" b="1">
                <a:solidFill>
                  <a:srgbClr val="D8880B"/>
                </a:solidFill>
              </a:defRPr>
            </a:lvl2pPr>
            <a:lvl3pPr algn="l">
              <a:defRPr sz="1200" b="1">
                <a:solidFill>
                  <a:srgbClr val="D8880B"/>
                </a:solidFill>
              </a:defRPr>
            </a:lvl3pPr>
            <a:lvl4pPr algn="l">
              <a:defRPr sz="1200" b="1">
                <a:solidFill>
                  <a:srgbClr val="D8880B"/>
                </a:solidFill>
              </a:defRPr>
            </a:lvl4pPr>
            <a:lvl5pPr algn="l">
              <a:defRPr sz="1200" b="1">
                <a:solidFill>
                  <a:srgbClr val="D8880B"/>
                </a:solidFill>
              </a:defRPr>
            </a:lvl5pPr>
            <a:lvl6pPr algn="l">
              <a:defRPr sz="1200" b="1">
                <a:solidFill>
                  <a:srgbClr val="D8880B"/>
                </a:solidFill>
              </a:defRPr>
            </a:lvl6pPr>
            <a:lvl7pPr algn="l">
              <a:defRPr sz="1200" b="1">
                <a:solidFill>
                  <a:srgbClr val="D8880B"/>
                </a:solidFill>
              </a:defRPr>
            </a:lvl7pPr>
            <a:lvl8pPr algn="l">
              <a:defRPr sz="1200" b="1">
                <a:solidFill>
                  <a:srgbClr val="D8880B"/>
                </a:solidFill>
              </a:defRPr>
            </a:lvl8pPr>
            <a:lvl9pPr algn="l">
              <a:defRPr sz="1200" b="1">
                <a:solidFill>
                  <a:srgbClr val="D8880B"/>
                </a:solidFill>
              </a:defRPr>
            </a:lvl9pPr>
          </a:lstStyle>
          <a:p xmlns:a="http://schemas.openxmlformats.org/drawingml/2006/main">
            <a:pPr algn="l">
              <a:defRPr sz="1200" b="1">
                <a:solidFill>
                  <a:srgbClr val="D8880B"/>
                </a:solidFill>
              </a:defRPr>
            </a:pPr>
            <a:r>
              <a:rPr sz="1200" b="1">
                <a:solidFill>
                  <a:srgbClr val="D8880B"/>
                </a:solidFill>
              </a:rPr>
              <a:t>FLUJO DE INTEGRACIÓN</a:t>
            </a:r>
          </a:p>
        </p:txBody>
      </p:sp>
      <p:sp>
        <p:nvSpPr>
          <p:cNvPr id="3" name="">
            <a:extLst xmlns:a="http://schemas.openxmlformats.org/drawingml/2006/main">
              <a:ext uri="{FF2B5EF4-FFF2-40B4-BE49-F238E27FC236}">
                <a16:creationId xmlns:a16="http://schemas.microsoft.com/office/drawing/2014/main" id="{3442B243-A963-416E-B111-E54FB3ADB3B1}"/>
              </a:ext>
            </a:extLst>
          </p:cNvPr>
          <p:cNvSpPr>
            <a:spLocks xmlns:a="http://schemas.openxmlformats.org/drawingml/2006/main" noGrp="1"/>
          </p:cNvSpPr>
          <p:nvPr/>
        </p:nvSpPr>
        <p:spPr>
          <a:xfrm xmlns:a="http://schemas.openxmlformats.org/drawingml/2006/main">
            <a:off x="609600" y="638175"/>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01A2C"/>
                </a:solidFill>
              </a:defRPr>
            </a:defPPr>
            <a:lvl1pPr algn="l">
              <a:defRPr sz="3150" b="1">
                <a:solidFill>
                  <a:srgbClr val="101A2C"/>
                </a:solidFill>
              </a:defRPr>
            </a:lvl1pPr>
            <a:lvl2pPr algn="l">
              <a:defRPr sz="3150" b="1">
                <a:solidFill>
                  <a:srgbClr val="101A2C"/>
                </a:solidFill>
              </a:defRPr>
            </a:lvl2pPr>
            <a:lvl3pPr algn="l">
              <a:defRPr sz="3150" b="1">
                <a:solidFill>
                  <a:srgbClr val="101A2C"/>
                </a:solidFill>
              </a:defRPr>
            </a:lvl3pPr>
            <a:lvl4pPr algn="l">
              <a:defRPr sz="3150" b="1">
                <a:solidFill>
                  <a:srgbClr val="101A2C"/>
                </a:solidFill>
              </a:defRPr>
            </a:lvl4pPr>
            <a:lvl5pPr algn="l">
              <a:defRPr sz="3150" b="1">
                <a:solidFill>
                  <a:srgbClr val="101A2C"/>
                </a:solidFill>
              </a:defRPr>
            </a:lvl5pPr>
            <a:lvl6pPr algn="l">
              <a:defRPr sz="3150" b="1">
                <a:solidFill>
                  <a:srgbClr val="101A2C"/>
                </a:solidFill>
              </a:defRPr>
            </a:lvl6pPr>
            <a:lvl7pPr algn="l">
              <a:defRPr sz="3150" b="1">
                <a:solidFill>
                  <a:srgbClr val="101A2C"/>
                </a:solidFill>
              </a:defRPr>
            </a:lvl7pPr>
            <a:lvl8pPr algn="l">
              <a:defRPr sz="3150" b="1">
                <a:solidFill>
                  <a:srgbClr val="101A2C"/>
                </a:solidFill>
              </a:defRPr>
            </a:lvl8pPr>
            <a:lvl9pPr algn="l">
              <a:defRPr sz="3150" b="1">
                <a:solidFill>
                  <a:srgbClr val="101A2C"/>
                </a:solidFill>
              </a:defRPr>
            </a:lvl9pPr>
          </a:lstStyle>
          <a:p xmlns:a="http://schemas.openxmlformats.org/drawingml/2006/main">
            <a:pPr algn="l">
              <a:defRPr sz="3150" b="1">
                <a:solidFill>
                  <a:srgbClr val="101A2C"/>
                </a:solidFill>
              </a:defRPr>
            </a:pPr>
            <a:r>
              <a:rPr sz="3150" b="1">
                <a:solidFill>
                  <a:srgbClr val="101A2C"/>
                </a:solidFill>
              </a:rPr>
              <a:t>Una solicitud, de la pantalla a la base de datos</a:t>
            </a:r>
          </a:p>
        </p:txBody>
      </p:sp>
      <p:sp>
        <p:nvSpPr>
          <p:cNvPr id="4" name="">
            <a:extLst xmlns:a="http://schemas.openxmlformats.org/drawingml/2006/main">
              <a:ext uri="{FF2B5EF4-FFF2-40B4-BE49-F238E27FC236}">
                <a16:creationId xmlns:a16="http://schemas.microsoft.com/office/drawing/2014/main" id="{2387A387-1CB5-4CB6-84D6-5B15A3BFC222}"/>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E7DFD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41D2563-8DB0-4E3B-9FBD-660D4317B35E}"/>
              </a:ext>
            </a:extLst>
          </p:cNvPr>
          <p:cNvSpPr>
            <a:spLocks xmlns:a="http://schemas.openxmlformats.org/drawingml/2006/main" noGrp="1"/>
          </p:cNvSpPr>
          <p:nvPr/>
        </p:nvSpPr>
        <p:spPr>
          <a:xfrm xmlns:a="http://schemas.openxmlformats.org/drawingml/2006/main">
            <a:off x="609600" y="63436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36176"/>
                </a:solidFill>
              </a:defRPr>
            </a:defPPr>
            <a:lvl1pPr algn="l">
              <a:defRPr sz="975" b="1">
                <a:solidFill>
                  <a:srgbClr val="536176"/>
                </a:solidFill>
              </a:defRPr>
            </a:lvl1pPr>
            <a:lvl2pPr algn="l">
              <a:defRPr sz="975" b="1">
                <a:solidFill>
                  <a:srgbClr val="536176"/>
                </a:solidFill>
              </a:defRPr>
            </a:lvl2pPr>
            <a:lvl3pPr algn="l">
              <a:defRPr sz="975" b="1">
                <a:solidFill>
                  <a:srgbClr val="536176"/>
                </a:solidFill>
              </a:defRPr>
            </a:lvl3pPr>
            <a:lvl4pPr algn="l">
              <a:defRPr sz="975" b="1">
                <a:solidFill>
                  <a:srgbClr val="536176"/>
                </a:solidFill>
              </a:defRPr>
            </a:lvl4pPr>
            <a:lvl5pPr algn="l">
              <a:defRPr sz="975" b="1">
                <a:solidFill>
                  <a:srgbClr val="536176"/>
                </a:solidFill>
              </a:defRPr>
            </a:lvl5pPr>
            <a:lvl6pPr algn="l">
              <a:defRPr sz="975" b="1">
                <a:solidFill>
                  <a:srgbClr val="536176"/>
                </a:solidFill>
              </a:defRPr>
            </a:lvl6pPr>
            <a:lvl7pPr algn="l">
              <a:defRPr sz="975" b="1">
                <a:solidFill>
                  <a:srgbClr val="536176"/>
                </a:solidFill>
              </a:defRPr>
            </a:lvl7pPr>
            <a:lvl8pPr algn="l">
              <a:defRPr sz="975" b="1">
                <a:solidFill>
                  <a:srgbClr val="536176"/>
                </a:solidFill>
              </a:defRPr>
            </a:lvl8pPr>
            <a:lvl9pPr algn="l">
              <a:defRPr sz="975" b="1">
                <a:solidFill>
                  <a:srgbClr val="536176"/>
                </a:solidFill>
              </a:defRPr>
            </a:lvl9pPr>
          </a:lstStyle>
          <a:p xmlns:a="http://schemas.openxmlformats.org/drawingml/2006/main">
            <a:pPr algn="l">
              <a:defRPr sz="975" b="1">
                <a:solidFill>
                  <a:srgbClr val="536176"/>
                </a:solidFill>
              </a:defRPr>
            </a:pPr>
            <a:r>
              <a:rPr sz="975" b="1">
                <a:solidFill>
                  <a:srgbClr val="536176"/>
                </a:solidFill>
              </a:rPr>
              <a:t>DULCEMIEL  ·  CRITERIO 5</a:t>
            </a:r>
          </a:p>
        </p:txBody>
      </p:sp>
      <p:sp>
        <p:nvSpPr>
          <p:cNvPr id="6" name="">
            <a:extLst xmlns:a="http://schemas.openxmlformats.org/drawingml/2006/main">
              <a:ext uri="{FF2B5EF4-FFF2-40B4-BE49-F238E27FC236}">
                <a16:creationId xmlns:a16="http://schemas.microsoft.com/office/drawing/2014/main" id="{C2D96540-D01A-4963-9F90-3C7C16DA6289}"/>
              </a:ext>
            </a:extLst>
          </p:cNvPr>
          <p:cNvSpPr>
            <a:spLocks xmlns:a="http://schemas.openxmlformats.org/drawingml/2006/main" noGrp="1"/>
          </p:cNvSpPr>
          <p:nvPr/>
        </p:nvSpPr>
        <p:spPr>
          <a:xfrm xmlns:a="http://schemas.openxmlformats.org/drawingml/2006/main">
            <a:off x="11096625"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36176"/>
                </a:solidFill>
              </a:defRPr>
            </a:defPPr>
            <a:lvl1pPr algn="r">
              <a:defRPr sz="1050" b="1">
                <a:solidFill>
                  <a:srgbClr val="536176"/>
                </a:solidFill>
              </a:defRPr>
            </a:lvl1pPr>
            <a:lvl2pPr algn="r">
              <a:defRPr sz="1050" b="1">
                <a:solidFill>
                  <a:srgbClr val="536176"/>
                </a:solidFill>
              </a:defRPr>
            </a:lvl2pPr>
            <a:lvl3pPr algn="r">
              <a:defRPr sz="1050" b="1">
                <a:solidFill>
                  <a:srgbClr val="536176"/>
                </a:solidFill>
              </a:defRPr>
            </a:lvl3pPr>
            <a:lvl4pPr algn="r">
              <a:defRPr sz="1050" b="1">
                <a:solidFill>
                  <a:srgbClr val="536176"/>
                </a:solidFill>
              </a:defRPr>
            </a:lvl4pPr>
            <a:lvl5pPr algn="r">
              <a:defRPr sz="1050" b="1">
                <a:solidFill>
                  <a:srgbClr val="536176"/>
                </a:solidFill>
              </a:defRPr>
            </a:lvl5pPr>
            <a:lvl6pPr algn="r">
              <a:defRPr sz="1050" b="1">
                <a:solidFill>
                  <a:srgbClr val="536176"/>
                </a:solidFill>
              </a:defRPr>
            </a:lvl6pPr>
            <a:lvl7pPr algn="r">
              <a:defRPr sz="1050" b="1">
                <a:solidFill>
                  <a:srgbClr val="536176"/>
                </a:solidFill>
              </a:defRPr>
            </a:lvl7pPr>
            <a:lvl8pPr algn="r">
              <a:defRPr sz="1050" b="1">
                <a:solidFill>
                  <a:srgbClr val="536176"/>
                </a:solidFill>
              </a:defRPr>
            </a:lvl8pPr>
            <a:lvl9pPr algn="r">
              <a:defRPr sz="1050" b="1">
                <a:solidFill>
                  <a:srgbClr val="536176"/>
                </a:solidFill>
              </a:defRPr>
            </a:lvl9pPr>
          </a:lstStyle>
          <a:p xmlns:a="http://schemas.openxmlformats.org/drawingml/2006/main">
            <a:pPr algn="r">
              <a:defRPr sz="1050" b="1">
                <a:solidFill>
                  <a:srgbClr val="536176"/>
                </a:solidFill>
              </a:defRPr>
            </a:pPr>
            <a:r>
              <a:rPr sz="1050" b="1">
                <a:solidFill>
                  <a:srgbClr val="536176"/>
                </a:solidFill>
              </a:rPr>
              <a:t>02</a:t>
            </a:r>
          </a:p>
        </p:txBody>
      </p:sp>
      <p:sp>
        <p:nvSpPr>
          <p:cNvPr id="7" name="">
            <a:extLst xmlns:a="http://schemas.openxmlformats.org/drawingml/2006/main">
              <a:ext uri="{FF2B5EF4-FFF2-40B4-BE49-F238E27FC236}">
                <a16:creationId xmlns:a16="http://schemas.microsoft.com/office/drawing/2014/main" id="{1E3971CB-E123-4896-A59D-407C4158E496}"/>
              </a:ext>
            </a:extLst>
          </p:cNvPr>
          <p:cNvSpPr>
            <a:spLocks xmlns:a="http://schemas.openxmlformats.org/drawingml/2006/main" noGrp="1"/>
          </p:cNvSpPr>
          <p:nvPr/>
        </p:nvSpPr>
        <p:spPr>
          <a:xfrm xmlns:a="http://schemas.openxmlformats.org/drawingml/2006/main">
            <a:off x="628650" y="13144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176"/>
                </a:solidFill>
              </a:defRPr>
            </a:defPPr>
            <a:lvl1pPr algn="l">
              <a:defRPr sz="1425" b="0">
                <a:solidFill>
                  <a:srgbClr val="536176"/>
                </a:solidFill>
              </a:defRPr>
            </a:lvl1pPr>
            <a:lvl2pPr algn="l">
              <a:defRPr sz="1425" b="0">
                <a:solidFill>
                  <a:srgbClr val="536176"/>
                </a:solidFill>
              </a:defRPr>
            </a:lvl2pPr>
            <a:lvl3pPr algn="l">
              <a:defRPr sz="1425" b="0">
                <a:solidFill>
                  <a:srgbClr val="536176"/>
                </a:solidFill>
              </a:defRPr>
            </a:lvl3pPr>
            <a:lvl4pPr algn="l">
              <a:defRPr sz="1425" b="0">
                <a:solidFill>
                  <a:srgbClr val="536176"/>
                </a:solidFill>
              </a:defRPr>
            </a:lvl4pPr>
            <a:lvl5pPr algn="l">
              <a:defRPr sz="1425" b="0">
                <a:solidFill>
                  <a:srgbClr val="536176"/>
                </a:solidFill>
              </a:defRPr>
            </a:lvl5pPr>
            <a:lvl6pPr algn="l">
              <a:defRPr sz="1425" b="0">
                <a:solidFill>
                  <a:srgbClr val="536176"/>
                </a:solidFill>
              </a:defRPr>
            </a:lvl6pPr>
            <a:lvl7pPr algn="l">
              <a:defRPr sz="1425" b="0">
                <a:solidFill>
                  <a:srgbClr val="536176"/>
                </a:solidFill>
              </a:defRPr>
            </a:lvl7pPr>
            <a:lvl8pPr algn="l">
              <a:defRPr sz="1425" b="0">
                <a:solidFill>
                  <a:srgbClr val="536176"/>
                </a:solidFill>
              </a:defRPr>
            </a:lvl8pPr>
            <a:lvl9pPr algn="l">
              <a:defRPr sz="1425" b="0">
                <a:solidFill>
                  <a:srgbClr val="536176"/>
                </a:solidFill>
              </a:defRPr>
            </a:lvl9pPr>
          </a:lstStyle>
          <a:p xmlns:a="http://schemas.openxmlformats.org/drawingml/2006/main">
            <a:pPr algn="l">
              <a:defRPr sz="1425" b="0">
                <a:solidFill>
                  <a:srgbClr val="536176"/>
                </a:solidFill>
              </a:defRPr>
            </a:pPr>
            <a:r>
              <a:rPr sz="1425" b="0">
                <a:solidFill>
                  <a:srgbClr val="536176"/>
                </a:solidFill>
              </a:rPr>
              <a:t>Cada capa tiene una responsabilidad: la interfaz no se conecta directamente a la base de datos.</a:t>
            </a:r>
          </a:p>
        </p:txBody>
      </p:sp>
      <p:sp>
        <p:nvSpPr>
          <p:cNvPr id="8" name="">
            <a:extLst xmlns:a="http://schemas.openxmlformats.org/drawingml/2006/main">
              <a:ext uri="{FF2B5EF4-FFF2-40B4-BE49-F238E27FC236}">
                <a16:creationId xmlns:a16="http://schemas.microsoft.com/office/drawing/2014/main" id="{1AFED34E-9153-44C7-BFE5-F2BC88266273}"/>
              </a:ext>
            </a:extLst>
          </p:cNvPr>
          <p:cNvSpPr>
            <a:spLocks xmlns:a="http://schemas.openxmlformats.org/drawingml/2006/main" noGrp="1"/>
          </p:cNvSpPr>
          <p:nvPr/>
        </p:nvSpPr>
        <p:spPr>
          <a:xfrm xmlns:a="http://schemas.openxmlformats.org/drawingml/2006/main">
            <a:off x="609600" y="2266950"/>
            <a:ext cx="1638300" cy="1457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E7DFD0"/>
            </a:solidFill>
            <a:prstDash val="solid"/>
          </a:ln>
        </p:spPr>
      </p:sp>
      <p:sp>
        <p:nvSpPr>
          <p:cNvPr id="9" name="">
            <a:extLst xmlns:a="http://schemas.openxmlformats.org/drawingml/2006/main">
              <a:ext uri="{FF2B5EF4-FFF2-40B4-BE49-F238E27FC236}">
                <a16:creationId xmlns:a16="http://schemas.microsoft.com/office/drawing/2014/main" id="{0846E63F-7C83-4A5C-9746-AC3A518D0ECA}"/>
              </a:ext>
            </a:extLst>
          </p:cNvPr>
          <p:cNvSpPr>
            <a:spLocks xmlns:a="http://schemas.openxmlformats.org/drawingml/2006/main" noGrp="1"/>
          </p:cNvSpPr>
          <p:nvPr/>
        </p:nvSpPr>
        <p:spPr>
          <a:xfrm xmlns:a="http://schemas.openxmlformats.org/drawingml/2006/main">
            <a:off x="781050" y="2438400"/>
            <a:ext cx="323850" cy="323850"/>
          </a:xfrm>
          <a:prstGeom xmlns:a="http://schemas.openxmlformats.org/drawingml/2006/main" prst="ellipse">
            <a:avLst/>
          </a:prstGeom>
          <a:solidFill xmlns:a="http://schemas.openxmlformats.org/drawingml/2006/main">
            <a:srgbClr val="4F6F9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6C97C6F-F38A-4C9E-BC85-17FF5B7455DC}"/>
              </a:ext>
            </a:extLst>
          </p:cNvPr>
          <p:cNvSpPr>
            <a:spLocks xmlns:a="http://schemas.openxmlformats.org/drawingml/2006/main" noGrp="1"/>
          </p:cNvSpPr>
          <p:nvPr/>
        </p:nvSpPr>
        <p:spPr>
          <a:xfrm xmlns:a="http://schemas.openxmlformats.org/drawingml/2006/main">
            <a:off x="781050" y="24384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1</a:t>
            </a:r>
          </a:p>
        </p:txBody>
      </p:sp>
      <p:sp>
        <p:nvSpPr>
          <p:cNvPr id="11" name="">
            <a:extLst xmlns:a="http://schemas.openxmlformats.org/drawingml/2006/main">
              <a:ext uri="{FF2B5EF4-FFF2-40B4-BE49-F238E27FC236}">
                <a16:creationId xmlns:a16="http://schemas.microsoft.com/office/drawing/2014/main" id="{E3738CDD-6175-4A55-9181-3A29BF8068A9}"/>
              </a:ext>
            </a:extLst>
          </p:cNvPr>
          <p:cNvSpPr>
            <a:spLocks xmlns:a="http://schemas.openxmlformats.org/drawingml/2006/main" noGrp="1"/>
          </p:cNvSpPr>
          <p:nvPr/>
        </p:nvSpPr>
        <p:spPr>
          <a:xfrm xmlns:a="http://schemas.openxmlformats.org/drawingml/2006/main">
            <a:off x="762000" y="2857500"/>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1A2C"/>
                </a:solidFill>
              </a:defRPr>
            </a:defPPr>
            <a:lvl1pPr algn="l">
              <a:defRPr sz="1575" b="1">
                <a:solidFill>
                  <a:srgbClr val="101A2C"/>
                </a:solidFill>
              </a:defRPr>
            </a:lvl1pPr>
            <a:lvl2pPr algn="l">
              <a:defRPr sz="1575" b="1">
                <a:solidFill>
                  <a:srgbClr val="101A2C"/>
                </a:solidFill>
              </a:defRPr>
            </a:lvl2pPr>
            <a:lvl3pPr algn="l">
              <a:defRPr sz="1575" b="1">
                <a:solidFill>
                  <a:srgbClr val="101A2C"/>
                </a:solidFill>
              </a:defRPr>
            </a:lvl3pPr>
            <a:lvl4pPr algn="l">
              <a:defRPr sz="1575" b="1">
                <a:solidFill>
                  <a:srgbClr val="101A2C"/>
                </a:solidFill>
              </a:defRPr>
            </a:lvl4pPr>
            <a:lvl5pPr algn="l">
              <a:defRPr sz="1575" b="1">
                <a:solidFill>
                  <a:srgbClr val="101A2C"/>
                </a:solidFill>
              </a:defRPr>
            </a:lvl5pPr>
            <a:lvl6pPr algn="l">
              <a:defRPr sz="1575" b="1">
                <a:solidFill>
                  <a:srgbClr val="101A2C"/>
                </a:solidFill>
              </a:defRPr>
            </a:lvl6pPr>
            <a:lvl7pPr algn="l">
              <a:defRPr sz="1575" b="1">
                <a:solidFill>
                  <a:srgbClr val="101A2C"/>
                </a:solidFill>
              </a:defRPr>
            </a:lvl7pPr>
            <a:lvl8pPr algn="l">
              <a:defRPr sz="1575" b="1">
                <a:solidFill>
                  <a:srgbClr val="101A2C"/>
                </a:solidFill>
              </a:defRPr>
            </a:lvl8pPr>
            <a:lvl9pPr algn="l">
              <a:defRPr sz="1575" b="1">
                <a:solidFill>
                  <a:srgbClr val="101A2C"/>
                </a:solidFill>
              </a:defRPr>
            </a:lvl9pPr>
          </a:lstStyle>
          <a:p xmlns:a="http://schemas.openxmlformats.org/drawingml/2006/main">
            <a:pPr algn="l">
              <a:defRPr sz="1575" b="1">
                <a:solidFill>
                  <a:srgbClr val="101A2C"/>
                </a:solidFill>
              </a:defRPr>
            </a:pPr>
            <a:r>
              <a:rPr sz="1575" b="1">
                <a:solidFill>
                  <a:srgbClr val="101A2C"/>
                </a:solidFill>
              </a:rPr>
              <a:t>UI Compose</a:t>
            </a:r>
          </a:p>
        </p:txBody>
      </p:sp>
      <p:sp>
        <p:nvSpPr>
          <p:cNvPr id="12" name="">
            <a:extLst xmlns:a="http://schemas.openxmlformats.org/drawingml/2006/main">
              <a:ext uri="{FF2B5EF4-FFF2-40B4-BE49-F238E27FC236}">
                <a16:creationId xmlns:a16="http://schemas.microsoft.com/office/drawing/2014/main" id="{6F416820-A515-4656-A352-39DB2FB4AF85}"/>
              </a:ext>
            </a:extLst>
          </p:cNvPr>
          <p:cNvSpPr>
            <a:spLocks xmlns:a="http://schemas.openxmlformats.org/drawingml/2006/main" noGrp="1"/>
          </p:cNvSpPr>
          <p:nvPr/>
        </p:nvSpPr>
        <p:spPr>
          <a:xfrm xmlns:a="http://schemas.openxmlformats.org/drawingml/2006/main">
            <a:off x="762000" y="32004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Pantalla y acciones</a:t>
            </a:r>
          </a:p>
          <a:p xmlns:a="http://schemas.openxmlformats.org/drawingml/2006/main">
            <a:pPr algn="l">
              <a:defRPr sz="1200" b="0">
                <a:solidFill>
                  <a:srgbClr val="536176"/>
                </a:solidFill>
              </a:defRPr>
            </a:pPr>
            <a:r>
              <a:rPr sz="1200" b="0">
                <a:solidFill>
                  <a:srgbClr val="536176"/>
                </a:solidFill>
              </a:rPr>
              <a:t>del usuario</a:t>
            </a:r>
          </a:p>
        </p:txBody>
      </p:sp>
      <p:sp>
        <p:nvSpPr>
          <p:cNvPr id="13" name="">
            <a:extLst xmlns:a="http://schemas.openxmlformats.org/drawingml/2006/main">
              <a:ext uri="{FF2B5EF4-FFF2-40B4-BE49-F238E27FC236}">
                <a16:creationId xmlns:a16="http://schemas.microsoft.com/office/drawing/2014/main" id="{F804DEED-85E9-46DB-B6D9-63B412AD505D}"/>
              </a:ext>
            </a:extLst>
          </p:cNvPr>
          <p:cNvSpPr>
            <a:spLocks xmlns:a="http://schemas.openxmlformats.org/drawingml/2006/main" noGrp="1"/>
          </p:cNvSpPr>
          <p:nvPr/>
        </p:nvSpPr>
        <p:spPr>
          <a:xfrm xmlns:a="http://schemas.openxmlformats.org/drawingml/2006/main">
            <a:off x="2257425" y="2771775"/>
            <a:ext cx="200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D8880B"/>
                </a:solidFill>
              </a:defRPr>
            </a:defPPr>
            <a:lvl1pPr algn="ctr">
              <a:defRPr sz="1950" b="1">
                <a:solidFill>
                  <a:srgbClr val="D8880B"/>
                </a:solidFill>
              </a:defRPr>
            </a:lvl1pPr>
            <a:lvl2pPr algn="ctr">
              <a:defRPr sz="1950" b="1">
                <a:solidFill>
                  <a:srgbClr val="D8880B"/>
                </a:solidFill>
              </a:defRPr>
            </a:lvl2pPr>
            <a:lvl3pPr algn="ctr">
              <a:defRPr sz="1950" b="1">
                <a:solidFill>
                  <a:srgbClr val="D8880B"/>
                </a:solidFill>
              </a:defRPr>
            </a:lvl3pPr>
            <a:lvl4pPr algn="ctr">
              <a:defRPr sz="1950" b="1">
                <a:solidFill>
                  <a:srgbClr val="D8880B"/>
                </a:solidFill>
              </a:defRPr>
            </a:lvl4pPr>
            <a:lvl5pPr algn="ctr">
              <a:defRPr sz="1950" b="1">
                <a:solidFill>
                  <a:srgbClr val="D8880B"/>
                </a:solidFill>
              </a:defRPr>
            </a:lvl5pPr>
            <a:lvl6pPr algn="ctr">
              <a:defRPr sz="1950" b="1">
                <a:solidFill>
                  <a:srgbClr val="D8880B"/>
                </a:solidFill>
              </a:defRPr>
            </a:lvl6pPr>
            <a:lvl7pPr algn="ctr">
              <a:defRPr sz="1950" b="1">
                <a:solidFill>
                  <a:srgbClr val="D8880B"/>
                </a:solidFill>
              </a:defRPr>
            </a:lvl7pPr>
            <a:lvl8pPr algn="ctr">
              <a:defRPr sz="1950" b="1">
                <a:solidFill>
                  <a:srgbClr val="D8880B"/>
                </a:solidFill>
              </a:defRPr>
            </a:lvl8pPr>
            <a:lvl9pPr algn="ctr">
              <a:defRPr sz="1950" b="1">
                <a:solidFill>
                  <a:srgbClr val="D8880B"/>
                </a:solidFill>
              </a:defRPr>
            </a:lvl9pPr>
          </a:lstStyle>
          <a:p xmlns:a="http://schemas.openxmlformats.org/drawingml/2006/main">
            <a:pPr algn="ctr">
              <a:defRPr sz="1950" b="1">
                <a:solidFill>
                  <a:srgbClr val="D8880B"/>
                </a:solidFill>
              </a:defRPr>
            </a:pPr>
            <a:r>
              <a:rPr sz="1950" b="1">
                <a:solidFill>
                  <a:srgbClr val="D8880B"/>
                </a:solidFill>
              </a:rPr>
              <a:t>→</a:t>
            </a:r>
          </a:p>
        </p:txBody>
      </p:sp>
      <p:sp>
        <p:nvSpPr>
          <p:cNvPr id="14" name="">
            <a:extLst xmlns:a="http://schemas.openxmlformats.org/drawingml/2006/main">
              <a:ext uri="{FF2B5EF4-FFF2-40B4-BE49-F238E27FC236}">
                <a16:creationId xmlns:a16="http://schemas.microsoft.com/office/drawing/2014/main" id="{5396EC25-77F3-4F4F-BC8B-5E76BCBEBD02}"/>
              </a:ext>
            </a:extLst>
          </p:cNvPr>
          <p:cNvSpPr>
            <a:spLocks xmlns:a="http://schemas.openxmlformats.org/drawingml/2006/main" noGrp="1"/>
          </p:cNvSpPr>
          <p:nvPr/>
        </p:nvSpPr>
        <p:spPr>
          <a:xfrm xmlns:a="http://schemas.openxmlformats.org/drawingml/2006/main">
            <a:off x="2466975" y="2266950"/>
            <a:ext cx="1638300" cy="1457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E7DFD0"/>
            </a:solidFill>
            <a:prstDash val="solid"/>
          </a:ln>
        </p:spPr>
      </p:sp>
      <p:sp>
        <p:nvSpPr>
          <p:cNvPr id="15" name="">
            <a:extLst xmlns:a="http://schemas.openxmlformats.org/drawingml/2006/main">
              <a:ext uri="{FF2B5EF4-FFF2-40B4-BE49-F238E27FC236}">
                <a16:creationId xmlns:a16="http://schemas.microsoft.com/office/drawing/2014/main" id="{E21A6E5D-060E-4249-9596-D7A8A2BB1472}"/>
              </a:ext>
            </a:extLst>
          </p:cNvPr>
          <p:cNvSpPr>
            <a:spLocks xmlns:a="http://schemas.openxmlformats.org/drawingml/2006/main" noGrp="1"/>
          </p:cNvSpPr>
          <p:nvPr/>
        </p:nvSpPr>
        <p:spPr>
          <a:xfrm xmlns:a="http://schemas.openxmlformats.org/drawingml/2006/main">
            <a:off x="2638425" y="2438400"/>
            <a:ext cx="323850" cy="323850"/>
          </a:xfrm>
          <a:prstGeom xmlns:a="http://schemas.openxmlformats.org/drawingml/2006/main" prst="ellipse">
            <a:avLst/>
          </a:prstGeom>
          <a:solidFill xmlns:a="http://schemas.openxmlformats.org/drawingml/2006/main">
            <a:srgbClr val="D8880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397B769-0E36-4F31-ACBE-59E1CA0CDEE5}"/>
              </a:ext>
            </a:extLst>
          </p:cNvPr>
          <p:cNvSpPr>
            <a:spLocks xmlns:a="http://schemas.openxmlformats.org/drawingml/2006/main" noGrp="1"/>
          </p:cNvSpPr>
          <p:nvPr/>
        </p:nvSpPr>
        <p:spPr>
          <a:xfrm xmlns:a="http://schemas.openxmlformats.org/drawingml/2006/main">
            <a:off x="2638425" y="24384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2</a:t>
            </a:r>
          </a:p>
        </p:txBody>
      </p:sp>
      <p:sp>
        <p:nvSpPr>
          <p:cNvPr id="17" name="">
            <a:extLst xmlns:a="http://schemas.openxmlformats.org/drawingml/2006/main">
              <a:ext uri="{FF2B5EF4-FFF2-40B4-BE49-F238E27FC236}">
                <a16:creationId xmlns:a16="http://schemas.microsoft.com/office/drawing/2014/main" id="{FE1925CB-0B95-490F-B89F-040A1460F12B}"/>
              </a:ext>
            </a:extLst>
          </p:cNvPr>
          <p:cNvSpPr>
            <a:spLocks xmlns:a="http://schemas.openxmlformats.org/drawingml/2006/main" noGrp="1"/>
          </p:cNvSpPr>
          <p:nvPr/>
        </p:nvSpPr>
        <p:spPr>
          <a:xfrm xmlns:a="http://schemas.openxmlformats.org/drawingml/2006/main">
            <a:off x="2619375" y="2857500"/>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1A2C"/>
                </a:solidFill>
              </a:defRPr>
            </a:defPPr>
            <a:lvl1pPr algn="l">
              <a:defRPr sz="1575" b="1">
                <a:solidFill>
                  <a:srgbClr val="101A2C"/>
                </a:solidFill>
              </a:defRPr>
            </a:lvl1pPr>
            <a:lvl2pPr algn="l">
              <a:defRPr sz="1575" b="1">
                <a:solidFill>
                  <a:srgbClr val="101A2C"/>
                </a:solidFill>
              </a:defRPr>
            </a:lvl2pPr>
            <a:lvl3pPr algn="l">
              <a:defRPr sz="1575" b="1">
                <a:solidFill>
                  <a:srgbClr val="101A2C"/>
                </a:solidFill>
              </a:defRPr>
            </a:lvl3pPr>
            <a:lvl4pPr algn="l">
              <a:defRPr sz="1575" b="1">
                <a:solidFill>
                  <a:srgbClr val="101A2C"/>
                </a:solidFill>
              </a:defRPr>
            </a:lvl4pPr>
            <a:lvl5pPr algn="l">
              <a:defRPr sz="1575" b="1">
                <a:solidFill>
                  <a:srgbClr val="101A2C"/>
                </a:solidFill>
              </a:defRPr>
            </a:lvl5pPr>
            <a:lvl6pPr algn="l">
              <a:defRPr sz="1575" b="1">
                <a:solidFill>
                  <a:srgbClr val="101A2C"/>
                </a:solidFill>
              </a:defRPr>
            </a:lvl6pPr>
            <a:lvl7pPr algn="l">
              <a:defRPr sz="1575" b="1">
                <a:solidFill>
                  <a:srgbClr val="101A2C"/>
                </a:solidFill>
              </a:defRPr>
            </a:lvl7pPr>
            <a:lvl8pPr algn="l">
              <a:defRPr sz="1575" b="1">
                <a:solidFill>
                  <a:srgbClr val="101A2C"/>
                </a:solidFill>
              </a:defRPr>
            </a:lvl8pPr>
            <a:lvl9pPr algn="l">
              <a:defRPr sz="1575" b="1">
                <a:solidFill>
                  <a:srgbClr val="101A2C"/>
                </a:solidFill>
              </a:defRPr>
            </a:lvl9pPr>
          </a:lstStyle>
          <a:p xmlns:a="http://schemas.openxmlformats.org/drawingml/2006/main">
            <a:pPr algn="l">
              <a:defRPr sz="1575" b="1">
                <a:solidFill>
                  <a:srgbClr val="101A2C"/>
                </a:solidFill>
              </a:defRPr>
            </a:pPr>
            <a:r>
              <a:rPr sz="1575" b="1">
                <a:solidFill>
                  <a:srgbClr val="101A2C"/>
                </a:solidFill>
              </a:rPr>
              <a:t>ViewModel</a:t>
            </a:r>
          </a:p>
        </p:txBody>
      </p:sp>
      <p:sp>
        <p:nvSpPr>
          <p:cNvPr id="18" name="">
            <a:extLst xmlns:a="http://schemas.openxmlformats.org/drawingml/2006/main">
              <a:ext uri="{FF2B5EF4-FFF2-40B4-BE49-F238E27FC236}">
                <a16:creationId xmlns:a16="http://schemas.microsoft.com/office/drawing/2014/main" id="{5C5484B3-EC2A-4217-9339-7E81335A3A1A}"/>
              </a:ext>
            </a:extLst>
          </p:cNvPr>
          <p:cNvSpPr>
            <a:spLocks xmlns:a="http://schemas.openxmlformats.org/drawingml/2006/main" noGrp="1"/>
          </p:cNvSpPr>
          <p:nvPr/>
        </p:nvSpPr>
        <p:spPr>
          <a:xfrm xmlns:a="http://schemas.openxmlformats.org/drawingml/2006/main">
            <a:off x="2619375" y="32004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Estado, carga y</a:t>
            </a:r>
          </a:p>
          <a:p xmlns:a="http://schemas.openxmlformats.org/drawingml/2006/main">
            <a:pPr algn="l">
              <a:defRPr sz="1200" b="0">
                <a:solidFill>
                  <a:srgbClr val="536176"/>
                </a:solidFill>
              </a:defRPr>
            </a:pPr>
            <a:r>
              <a:rPr sz="1200" b="0">
                <a:solidFill>
                  <a:srgbClr val="536176"/>
                </a:solidFill>
              </a:rPr>
              <a:t>mensajes de UI</a:t>
            </a:r>
          </a:p>
        </p:txBody>
      </p:sp>
      <p:sp>
        <p:nvSpPr>
          <p:cNvPr id="19" name="">
            <a:extLst xmlns:a="http://schemas.openxmlformats.org/drawingml/2006/main">
              <a:ext uri="{FF2B5EF4-FFF2-40B4-BE49-F238E27FC236}">
                <a16:creationId xmlns:a16="http://schemas.microsoft.com/office/drawing/2014/main" id="{58460BBC-3552-4BE2-BC85-15203004B76F}"/>
              </a:ext>
            </a:extLst>
          </p:cNvPr>
          <p:cNvSpPr>
            <a:spLocks xmlns:a="http://schemas.openxmlformats.org/drawingml/2006/main" noGrp="1"/>
          </p:cNvSpPr>
          <p:nvPr/>
        </p:nvSpPr>
        <p:spPr>
          <a:xfrm xmlns:a="http://schemas.openxmlformats.org/drawingml/2006/main">
            <a:off x="4114800" y="2771775"/>
            <a:ext cx="200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D8880B"/>
                </a:solidFill>
              </a:defRPr>
            </a:defPPr>
            <a:lvl1pPr algn="ctr">
              <a:defRPr sz="1950" b="1">
                <a:solidFill>
                  <a:srgbClr val="D8880B"/>
                </a:solidFill>
              </a:defRPr>
            </a:lvl1pPr>
            <a:lvl2pPr algn="ctr">
              <a:defRPr sz="1950" b="1">
                <a:solidFill>
                  <a:srgbClr val="D8880B"/>
                </a:solidFill>
              </a:defRPr>
            </a:lvl2pPr>
            <a:lvl3pPr algn="ctr">
              <a:defRPr sz="1950" b="1">
                <a:solidFill>
                  <a:srgbClr val="D8880B"/>
                </a:solidFill>
              </a:defRPr>
            </a:lvl3pPr>
            <a:lvl4pPr algn="ctr">
              <a:defRPr sz="1950" b="1">
                <a:solidFill>
                  <a:srgbClr val="D8880B"/>
                </a:solidFill>
              </a:defRPr>
            </a:lvl4pPr>
            <a:lvl5pPr algn="ctr">
              <a:defRPr sz="1950" b="1">
                <a:solidFill>
                  <a:srgbClr val="D8880B"/>
                </a:solidFill>
              </a:defRPr>
            </a:lvl5pPr>
            <a:lvl6pPr algn="ctr">
              <a:defRPr sz="1950" b="1">
                <a:solidFill>
                  <a:srgbClr val="D8880B"/>
                </a:solidFill>
              </a:defRPr>
            </a:lvl6pPr>
            <a:lvl7pPr algn="ctr">
              <a:defRPr sz="1950" b="1">
                <a:solidFill>
                  <a:srgbClr val="D8880B"/>
                </a:solidFill>
              </a:defRPr>
            </a:lvl7pPr>
            <a:lvl8pPr algn="ctr">
              <a:defRPr sz="1950" b="1">
                <a:solidFill>
                  <a:srgbClr val="D8880B"/>
                </a:solidFill>
              </a:defRPr>
            </a:lvl8pPr>
            <a:lvl9pPr algn="ctr">
              <a:defRPr sz="1950" b="1">
                <a:solidFill>
                  <a:srgbClr val="D8880B"/>
                </a:solidFill>
              </a:defRPr>
            </a:lvl9pPr>
          </a:lstStyle>
          <a:p xmlns:a="http://schemas.openxmlformats.org/drawingml/2006/main">
            <a:pPr algn="ctr">
              <a:defRPr sz="1950" b="1">
                <a:solidFill>
                  <a:srgbClr val="D8880B"/>
                </a:solidFill>
              </a:defRPr>
            </a:pPr>
            <a:r>
              <a:rPr sz="1950" b="1">
                <a:solidFill>
                  <a:srgbClr val="D8880B"/>
                </a:solidFill>
              </a:rPr>
              <a:t>→</a:t>
            </a:r>
          </a:p>
        </p:txBody>
      </p:sp>
      <p:sp>
        <p:nvSpPr>
          <p:cNvPr id="20" name="">
            <a:extLst xmlns:a="http://schemas.openxmlformats.org/drawingml/2006/main">
              <a:ext uri="{FF2B5EF4-FFF2-40B4-BE49-F238E27FC236}">
                <a16:creationId xmlns:a16="http://schemas.microsoft.com/office/drawing/2014/main" id="{E037A8F8-B8E3-4C81-A37F-C915B2D383DC}"/>
              </a:ext>
            </a:extLst>
          </p:cNvPr>
          <p:cNvSpPr>
            <a:spLocks xmlns:a="http://schemas.openxmlformats.org/drawingml/2006/main" noGrp="1"/>
          </p:cNvSpPr>
          <p:nvPr/>
        </p:nvSpPr>
        <p:spPr>
          <a:xfrm xmlns:a="http://schemas.openxmlformats.org/drawingml/2006/main">
            <a:off x="4324350" y="2266950"/>
            <a:ext cx="1638300" cy="1457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E7DFD0"/>
            </a:solidFill>
            <a:prstDash val="solid"/>
          </a:ln>
        </p:spPr>
      </p:sp>
      <p:sp>
        <p:nvSpPr>
          <p:cNvPr id="21" name="">
            <a:extLst xmlns:a="http://schemas.openxmlformats.org/drawingml/2006/main">
              <a:ext uri="{FF2B5EF4-FFF2-40B4-BE49-F238E27FC236}">
                <a16:creationId xmlns:a16="http://schemas.microsoft.com/office/drawing/2014/main" id="{9F8E1158-F901-426C-A743-9EA701B3046D}"/>
              </a:ext>
            </a:extLst>
          </p:cNvPr>
          <p:cNvSpPr>
            <a:spLocks xmlns:a="http://schemas.openxmlformats.org/drawingml/2006/main" noGrp="1"/>
          </p:cNvSpPr>
          <p:nvPr/>
        </p:nvSpPr>
        <p:spPr>
          <a:xfrm xmlns:a="http://schemas.openxmlformats.org/drawingml/2006/main">
            <a:off x="4495800" y="2438400"/>
            <a:ext cx="323850" cy="323850"/>
          </a:xfrm>
          <a:prstGeom xmlns:a="http://schemas.openxmlformats.org/drawingml/2006/main" prst="ellipse">
            <a:avLst/>
          </a:prstGeom>
          <a:solidFill xmlns:a="http://schemas.openxmlformats.org/drawingml/2006/main">
            <a:srgbClr val="2F7A5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C624B02-68FF-4217-94B0-AC658C6E8ED6}"/>
              </a:ext>
            </a:extLst>
          </p:cNvPr>
          <p:cNvSpPr>
            <a:spLocks xmlns:a="http://schemas.openxmlformats.org/drawingml/2006/main" noGrp="1"/>
          </p:cNvSpPr>
          <p:nvPr/>
        </p:nvSpPr>
        <p:spPr>
          <a:xfrm xmlns:a="http://schemas.openxmlformats.org/drawingml/2006/main">
            <a:off x="4495800" y="24384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3</a:t>
            </a:r>
          </a:p>
        </p:txBody>
      </p:sp>
      <p:sp>
        <p:nvSpPr>
          <p:cNvPr id="23" name="">
            <a:extLst xmlns:a="http://schemas.openxmlformats.org/drawingml/2006/main">
              <a:ext uri="{FF2B5EF4-FFF2-40B4-BE49-F238E27FC236}">
                <a16:creationId xmlns:a16="http://schemas.microsoft.com/office/drawing/2014/main" id="{FC44E046-7366-48D3-B71A-F85DC2C83043}"/>
              </a:ext>
            </a:extLst>
          </p:cNvPr>
          <p:cNvSpPr>
            <a:spLocks xmlns:a="http://schemas.openxmlformats.org/drawingml/2006/main" noGrp="1"/>
          </p:cNvSpPr>
          <p:nvPr/>
        </p:nvSpPr>
        <p:spPr>
          <a:xfrm xmlns:a="http://schemas.openxmlformats.org/drawingml/2006/main">
            <a:off x="4476750" y="2857500"/>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1A2C"/>
                </a:solidFill>
              </a:defRPr>
            </a:defPPr>
            <a:lvl1pPr algn="l">
              <a:defRPr sz="1575" b="1">
                <a:solidFill>
                  <a:srgbClr val="101A2C"/>
                </a:solidFill>
              </a:defRPr>
            </a:lvl1pPr>
            <a:lvl2pPr algn="l">
              <a:defRPr sz="1575" b="1">
                <a:solidFill>
                  <a:srgbClr val="101A2C"/>
                </a:solidFill>
              </a:defRPr>
            </a:lvl2pPr>
            <a:lvl3pPr algn="l">
              <a:defRPr sz="1575" b="1">
                <a:solidFill>
                  <a:srgbClr val="101A2C"/>
                </a:solidFill>
              </a:defRPr>
            </a:lvl3pPr>
            <a:lvl4pPr algn="l">
              <a:defRPr sz="1575" b="1">
                <a:solidFill>
                  <a:srgbClr val="101A2C"/>
                </a:solidFill>
              </a:defRPr>
            </a:lvl4pPr>
            <a:lvl5pPr algn="l">
              <a:defRPr sz="1575" b="1">
                <a:solidFill>
                  <a:srgbClr val="101A2C"/>
                </a:solidFill>
              </a:defRPr>
            </a:lvl5pPr>
            <a:lvl6pPr algn="l">
              <a:defRPr sz="1575" b="1">
                <a:solidFill>
                  <a:srgbClr val="101A2C"/>
                </a:solidFill>
              </a:defRPr>
            </a:lvl6pPr>
            <a:lvl7pPr algn="l">
              <a:defRPr sz="1575" b="1">
                <a:solidFill>
                  <a:srgbClr val="101A2C"/>
                </a:solidFill>
              </a:defRPr>
            </a:lvl7pPr>
            <a:lvl8pPr algn="l">
              <a:defRPr sz="1575" b="1">
                <a:solidFill>
                  <a:srgbClr val="101A2C"/>
                </a:solidFill>
              </a:defRPr>
            </a:lvl8pPr>
            <a:lvl9pPr algn="l">
              <a:defRPr sz="1575" b="1">
                <a:solidFill>
                  <a:srgbClr val="101A2C"/>
                </a:solidFill>
              </a:defRPr>
            </a:lvl9pPr>
          </a:lstStyle>
          <a:p xmlns:a="http://schemas.openxmlformats.org/drawingml/2006/main">
            <a:pPr algn="l">
              <a:defRPr sz="1575" b="1">
                <a:solidFill>
                  <a:srgbClr val="101A2C"/>
                </a:solidFill>
              </a:defRPr>
            </a:pPr>
            <a:r>
              <a:rPr sz="1575" b="1">
                <a:solidFill>
                  <a:srgbClr val="101A2C"/>
                </a:solidFill>
              </a:rPr>
              <a:t>Repositorio</a:t>
            </a:r>
          </a:p>
        </p:txBody>
      </p:sp>
      <p:sp>
        <p:nvSpPr>
          <p:cNvPr id="24" name="">
            <a:extLst xmlns:a="http://schemas.openxmlformats.org/drawingml/2006/main">
              <a:ext uri="{FF2B5EF4-FFF2-40B4-BE49-F238E27FC236}">
                <a16:creationId xmlns:a16="http://schemas.microsoft.com/office/drawing/2014/main" id="{B2D09AAD-4F31-4F9E-8CC7-46F99C364FCA}"/>
              </a:ext>
            </a:extLst>
          </p:cNvPr>
          <p:cNvSpPr>
            <a:spLocks xmlns:a="http://schemas.openxmlformats.org/drawingml/2006/main" noGrp="1"/>
          </p:cNvSpPr>
          <p:nvPr/>
        </p:nvSpPr>
        <p:spPr>
          <a:xfrm xmlns:a="http://schemas.openxmlformats.org/drawingml/2006/main">
            <a:off x="4476750" y="32004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Punto de acceso</a:t>
            </a:r>
          </a:p>
          <a:p xmlns:a="http://schemas.openxmlformats.org/drawingml/2006/main">
            <a:pPr algn="l">
              <a:defRPr sz="1200" b="0">
                <a:solidFill>
                  <a:srgbClr val="536176"/>
                </a:solidFill>
              </a:defRPr>
            </a:pPr>
            <a:r>
              <a:rPr sz="1200" b="0">
                <a:solidFill>
                  <a:srgbClr val="536176"/>
                </a:solidFill>
              </a:rPr>
              <a:t>a los datos</a:t>
            </a:r>
          </a:p>
        </p:txBody>
      </p:sp>
      <p:sp>
        <p:nvSpPr>
          <p:cNvPr id="25" name="">
            <a:extLst xmlns:a="http://schemas.openxmlformats.org/drawingml/2006/main">
              <a:ext uri="{FF2B5EF4-FFF2-40B4-BE49-F238E27FC236}">
                <a16:creationId xmlns:a16="http://schemas.microsoft.com/office/drawing/2014/main" id="{67DCA110-806A-4B5E-9786-6C1A046D16A7}"/>
              </a:ext>
            </a:extLst>
          </p:cNvPr>
          <p:cNvSpPr>
            <a:spLocks xmlns:a="http://schemas.openxmlformats.org/drawingml/2006/main" noGrp="1"/>
          </p:cNvSpPr>
          <p:nvPr/>
        </p:nvSpPr>
        <p:spPr>
          <a:xfrm xmlns:a="http://schemas.openxmlformats.org/drawingml/2006/main">
            <a:off x="5972175" y="2771775"/>
            <a:ext cx="200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D8880B"/>
                </a:solidFill>
              </a:defRPr>
            </a:defPPr>
            <a:lvl1pPr algn="ctr">
              <a:defRPr sz="1950" b="1">
                <a:solidFill>
                  <a:srgbClr val="D8880B"/>
                </a:solidFill>
              </a:defRPr>
            </a:lvl1pPr>
            <a:lvl2pPr algn="ctr">
              <a:defRPr sz="1950" b="1">
                <a:solidFill>
                  <a:srgbClr val="D8880B"/>
                </a:solidFill>
              </a:defRPr>
            </a:lvl2pPr>
            <a:lvl3pPr algn="ctr">
              <a:defRPr sz="1950" b="1">
                <a:solidFill>
                  <a:srgbClr val="D8880B"/>
                </a:solidFill>
              </a:defRPr>
            </a:lvl3pPr>
            <a:lvl4pPr algn="ctr">
              <a:defRPr sz="1950" b="1">
                <a:solidFill>
                  <a:srgbClr val="D8880B"/>
                </a:solidFill>
              </a:defRPr>
            </a:lvl4pPr>
            <a:lvl5pPr algn="ctr">
              <a:defRPr sz="1950" b="1">
                <a:solidFill>
                  <a:srgbClr val="D8880B"/>
                </a:solidFill>
              </a:defRPr>
            </a:lvl5pPr>
            <a:lvl6pPr algn="ctr">
              <a:defRPr sz="1950" b="1">
                <a:solidFill>
                  <a:srgbClr val="D8880B"/>
                </a:solidFill>
              </a:defRPr>
            </a:lvl6pPr>
            <a:lvl7pPr algn="ctr">
              <a:defRPr sz="1950" b="1">
                <a:solidFill>
                  <a:srgbClr val="D8880B"/>
                </a:solidFill>
              </a:defRPr>
            </a:lvl7pPr>
            <a:lvl8pPr algn="ctr">
              <a:defRPr sz="1950" b="1">
                <a:solidFill>
                  <a:srgbClr val="D8880B"/>
                </a:solidFill>
              </a:defRPr>
            </a:lvl8pPr>
            <a:lvl9pPr algn="ctr">
              <a:defRPr sz="1950" b="1">
                <a:solidFill>
                  <a:srgbClr val="D8880B"/>
                </a:solidFill>
              </a:defRPr>
            </a:lvl9pPr>
          </a:lstStyle>
          <a:p xmlns:a="http://schemas.openxmlformats.org/drawingml/2006/main">
            <a:pPr algn="ctr">
              <a:defRPr sz="1950" b="1">
                <a:solidFill>
                  <a:srgbClr val="D8880B"/>
                </a:solidFill>
              </a:defRPr>
            </a:pPr>
            <a:r>
              <a:rPr sz="1950" b="1">
                <a:solidFill>
                  <a:srgbClr val="D8880B"/>
                </a:solidFill>
              </a:rPr>
              <a:t>→</a:t>
            </a:r>
          </a:p>
        </p:txBody>
      </p:sp>
      <p:sp>
        <p:nvSpPr>
          <p:cNvPr id="26" name="">
            <a:extLst xmlns:a="http://schemas.openxmlformats.org/drawingml/2006/main">
              <a:ext uri="{FF2B5EF4-FFF2-40B4-BE49-F238E27FC236}">
                <a16:creationId xmlns:a16="http://schemas.microsoft.com/office/drawing/2014/main" id="{F7498F76-0EB8-4BA9-9F51-7D1E98F10DF2}"/>
              </a:ext>
            </a:extLst>
          </p:cNvPr>
          <p:cNvSpPr>
            <a:spLocks xmlns:a="http://schemas.openxmlformats.org/drawingml/2006/main" noGrp="1"/>
          </p:cNvSpPr>
          <p:nvPr/>
        </p:nvSpPr>
        <p:spPr>
          <a:xfrm xmlns:a="http://schemas.openxmlformats.org/drawingml/2006/main">
            <a:off x="6181725" y="2266950"/>
            <a:ext cx="1638300" cy="1457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E7DFD0"/>
            </a:solidFill>
            <a:prstDash val="solid"/>
          </a:ln>
        </p:spPr>
      </p:sp>
      <p:sp>
        <p:nvSpPr>
          <p:cNvPr id="27" name="">
            <a:extLst xmlns:a="http://schemas.openxmlformats.org/drawingml/2006/main">
              <a:ext uri="{FF2B5EF4-FFF2-40B4-BE49-F238E27FC236}">
                <a16:creationId xmlns:a16="http://schemas.microsoft.com/office/drawing/2014/main" id="{51265724-9829-4D7B-96E7-D9C5D0F7F6D9}"/>
              </a:ext>
            </a:extLst>
          </p:cNvPr>
          <p:cNvSpPr>
            <a:spLocks xmlns:a="http://schemas.openxmlformats.org/drawingml/2006/main" noGrp="1"/>
          </p:cNvSpPr>
          <p:nvPr/>
        </p:nvSpPr>
        <p:spPr>
          <a:xfrm xmlns:a="http://schemas.openxmlformats.org/drawingml/2006/main">
            <a:off x="6353175" y="2438400"/>
            <a:ext cx="323850" cy="323850"/>
          </a:xfrm>
          <a:prstGeom xmlns:a="http://schemas.openxmlformats.org/drawingml/2006/main" prst="ellipse">
            <a:avLst/>
          </a:prstGeom>
          <a:solidFill xmlns:a="http://schemas.openxmlformats.org/drawingml/2006/main">
            <a:srgbClr val="D8880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2330DCC-9874-4770-BF7F-6A7A0162250C}"/>
              </a:ext>
            </a:extLst>
          </p:cNvPr>
          <p:cNvSpPr>
            <a:spLocks xmlns:a="http://schemas.openxmlformats.org/drawingml/2006/main" noGrp="1"/>
          </p:cNvSpPr>
          <p:nvPr/>
        </p:nvSpPr>
        <p:spPr>
          <a:xfrm xmlns:a="http://schemas.openxmlformats.org/drawingml/2006/main">
            <a:off x="6353175" y="24384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4</a:t>
            </a:r>
          </a:p>
        </p:txBody>
      </p:sp>
      <p:sp>
        <p:nvSpPr>
          <p:cNvPr id="29" name="">
            <a:extLst xmlns:a="http://schemas.openxmlformats.org/drawingml/2006/main">
              <a:ext uri="{FF2B5EF4-FFF2-40B4-BE49-F238E27FC236}">
                <a16:creationId xmlns:a16="http://schemas.microsoft.com/office/drawing/2014/main" id="{D0E935D6-010F-420F-B6A5-B47837D21692}"/>
              </a:ext>
            </a:extLst>
          </p:cNvPr>
          <p:cNvSpPr>
            <a:spLocks xmlns:a="http://schemas.openxmlformats.org/drawingml/2006/main" noGrp="1"/>
          </p:cNvSpPr>
          <p:nvPr/>
        </p:nvSpPr>
        <p:spPr>
          <a:xfrm xmlns:a="http://schemas.openxmlformats.org/drawingml/2006/main">
            <a:off x="6334125" y="2857500"/>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1A2C"/>
                </a:solidFill>
              </a:defRPr>
            </a:defPPr>
            <a:lvl1pPr algn="l">
              <a:defRPr sz="1575" b="1">
                <a:solidFill>
                  <a:srgbClr val="101A2C"/>
                </a:solidFill>
              </a:defRPr>
            </a:lvl1pPr>
            <a:lvl2pPr algn="l">
              <a:defRPr sz="1575" b="1">
                <a:solidFill>
                  <a:srgbClr val="101A2C"/>
                </a:solidFill>
              </a:defRPr>
            </a:lvl2pPr>
            <a:lvl3pPr algn="l">
              <a:defRPr sz="1575" b="1">
                <a:solidFill>
                  <a:srgbClr val="101A2C"/>
                </a:solidFill>
              </a:defRPr>
            </a:lvl3pPr>
            <a:lvl4pPr algn="l">
              <a:defRPr sz="1575" b="1">
                <a:solidFill>
                  <a:srgbClr val="101A2C"/>
                </a:solidFill>
              </a:defRPr>
            </a:lvl4pPr>
            <a:lvl5pPr algn="l">
              <a:defRPr sz="1575" b="1">
                <a:solidFill>
                  <a:srgbClr val="101A2C"/>
                </a:solidFill>
              </a:defRPr>
            </a:lvl5pPr>
            <a:lvl6pPr algn="l">
              <a:defRPr sz="1575" b="1">
                <a:solidFill>
                  <a:srgbClr val="101A2C"/>
                </a:solidFill>
              </a:defRPr>
            </a:lvl6pPr>
            <a:lvl7pPr algn="l">
              <a:defRPr sz="1575" b="1">
                <a:solidFill>
                  <a:srgbClr val="101A2C"/>
                </a:solidFill>
              </a:defRPr>
            </a:lvl7pPr>
            <a:lvl8pPr algn="l">
              <a:defRPr sz="1575" b="1">
                <a:solidFill>
                  <a:srgbClr val="101A2C"/>
                </a:solidFill>
              </a:defRPr>
            </a:lvl8pPr>
            <a:lvl9pPr algn="l">
              <a:defRPr sz="1575" b="1">
                <a:solidFill>
                  <a:srgbClr val="101A2C"/>
                </a:solidFill>
              </a:defRPr>
            </a:lvl9pPr>
          </a:lstStyle>
          <a:p xmlns:a="http://schemas.openxmlformats.org/drawingml/2006/main">
            <a:pPr algn="l">
              <a:defRPr sz="1575" b="1">
                <a:solidFill>
                  <a:srgbClr val="101A2C"/>
                </a:solidFill>
              </a:defRPr>
            </a:pPr>
            <a:r>
              <a:rPr sz="1575" b="1">
                <a:solidFill>
                  <a:srgbClr val="101A2C"/>
                </a:solidFill>
              </a:rPr>
              <a:t>Retrofit</a:t>
            </a:r>
          </a:p>
        </p:txBody>
      </p:sp>
      <p:sp>
        <p:nvSpPr>
          <p:cNvPr id="30" name="">
            <a:extLst xmlns:a="http://schemas.openxmlformats.org/drawingml/2006/main">
              <a:ext uri="{FF2B5EF4-FFF2-40B4-BE49-F238E27FC236}">
                <a16:creationId xmlns:a16="http://schemas.microsoft.com/office/drawing/2014/main" id="{B1995F0C-4B82-4E0C-90FB-6B68BED3EA0F}"/>
              </a:ext>
            </a:extLst>
          </p:cNvPr>
          <p:cNvSpPr>
            <a:spLocks xmlns:a="http://schemas.openxmlformats.org/drawingml/2006/main" noGrp="1"/>
          </p:cNvSpPr>
          <p:nvPr/>
        </p:nvSpPr>
        <p:spPr>
          <a:xfrm xmlns:a="http://schemas.openxmlformats.org/drawingml/2006/main">
            <a:off x="6334125" y="32004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Interfaces REST</a:t>
            </a:r>
          </a:p>
          <a:p xmlns:a="http://schemas.openxmlformats.org/drawingml/2006/main">
            <a:pPr algn="l">
              <a:defRPr sz="1200" b="0">
                <a:solidFill>
                  <a:srgbClr val="536176"/>
                </a:solidFill>
              </a:defRPr>
            </a:pPr>
            <a:r>
              <a:rPr sz="1200" b="0">
                <a:solidFill>
                  <a:srgbClr val="536176"/>
                </a:solidFill>
              </a:rPr>
              <a:t>con funciones suspend</a:t>
            </a:r>
          </a:p>
        </p:txBody>
      </p:sp>
      <p:sp>
        <p:nvSpPr>
          <p:cNvPr id="31" name="">
            <a:extLst xmlns:a="http://schemas.openxmlformats.org/drawingml/2006/main">
              <a:ext uri="{FF2B5EF4-FFF2-40B4-BE49-F238E27FC236}">
                <a16:creationId xmlns:a16="http://schemas.microsoft.com/office/drawing/2014/main" id="{239DFB2C-0DB6-41BD-BE0C-7451D5A8615E}"/>
              </a:ext>
            </a:extLst>
          </p:cNvPr>
          <p:cNvSpPr>
            <a:spLocks xmlns:a="http://schemas.openxmlformats.org/drawingml/2006/main" noGrp="1"/>
          </p:cNvSpPr>
          <p:nvPr/>
        </p:nvSpPr>
        <p:spPr>
          <a:xfrm xmlns:a="http://schemas.openxmlformats.org/drawingml/2006/main">
            <a:off x="7829550" y="2771775"/>
            <a:ext cx="200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D8880B"/>
                </a:solidFill>
              </a:defRPr>
            </a:defPPr>
            <a:lvl1pPr algn="ctr">
              <a:defRPr sz="1950" b="1">
                <a:solidFill>
                  <a:srgbClr val="D8880B"/>
                </a:solidFill>
              </a:defRPr>
            </a:lvl1pPr>
            <a:lvl2pPr algn="ctr">
              <a:defRPr sz="1950" b="1">
                <a:solidFill>
                  <a:srgbClr val="D8880B"/>
                </a:solidFill>
              </a:defRPr>
            </a:lvl2pPr>
            <a:lvl3pPr algn="ctr">
              <a:defRPr sz="1950" b="1">
                <a:solidFill>
                  <a:srgbClr val="D8880B"/>
                </a:solidFill>
              </a:defRPr>
            </a:lvl3pPr>
            <a:lvl4pPr algn="ctr">
              <a:defRPr sz="1950" b="1">
                <a:solidFill>
                  <a:srgbClr val="D8880B"/>
                </a:solidFill>
              </a:defRPr>
            </a:lvl4pPr>
            <a:lvl5pPr algn="ctr">
              <a:defRPr sz="1950" b="1">
                <a:solidFill>
                  <a:srgbClr val="D8880B"/>
                </a:solidFill>
              </a:defRPr>
            </a:lvl5pPr>
            <a:lvl6pPr algn="ctr">
              <a:defRPr sz="1950" b="1">
                <a:solidFill>
                  <a:srgbClr val="D8880B"/>
                </a:solidFill>
              </a:defRPr>
            </a:lvl6pPr>
            <a:lvl7pPr algn="ctr">
              <a:defRPr sz="1950" b="1">
                <a:solidFill>
                  <a:srgbClr val="D8880B"/>
                </a:solidFill>
              </a:defRPr>
            </a:lvl7pPr>
            <a:lvl8pPr algn="ctr">
              <a:defRPr sz="1950" b="1">
                <a:solidFill>
                  <a:srgbClr val="D8880B"/>
                </a:solidFill>
              </a:defRPr>
            </a:lvl8pPr>
            <a:lvl9pPr algn="ctr">
              <a:defRPr sz="1950" b="1">
                <a:solidFill>
                  <a:srgbClr val="D8880B"/>
                </a:solidFill>
              </a:defRPr>
            </a:lvl9pPr>
          </a:lstStyle>
          <a:p xmlns:a="http://schemas.openxmlformats.org/drawingml/2006/main">
            <a:pPr algn="ctr">
              <a:defRPr sz="1950" b="1">
                <a:solidFill>
                  <a:srgbClr val="D8880B"/>
                </a:solidFill>
              </a:defRPr>
            </a:pPr>
            <a:r>
              <a:rPr sz="1950" b="1">
                <a:solidFill>
                  <a:srgbClr val="D8880B"/>
                </a:solidFill>
              </a:rPr>
              <a:t>→</a:t>
            </a:r>
          </a:p>
        </p:txBody>
      </p:sp>
      <p:sp>
        <p:nvSpPr>
          <p:cNvPr id="32" name="">
            <a:extLst xmlns:a="http://schemas.openxmlformats.org/drawingml/2006/main">
              <a:ext uri="{FF2B5EF4-FFF2-40B4-BE49-F238E27FC236}">
                <a16:creationId xmlns:a16="http://schemas.microsoft.com/office/drawing/2014/main" id="{8B710E6D-1283-4740-962A-1E98D542F795}"/>
              </a:ext>
            </a:extLst>
          </p:cNvPr>
          <p:cNvSpPr>
            <a:spLocks xmlns:a="http://schemas.openxmlformats.org/drawingml/2006/main" noGrp="1"/>
          </p:cNvSpPr>
          <p:nvPr/>
        </p:nvSpPr>
        <p:spPr>
          <a:xfrm xmlns:a="http://schemas.openxmlformats.org/drawingml/2006/main">
            <a:off x="8039100" y="2266950"/>
            <a:ext cx="1638300" cy="1457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E7DFD0"/>
            </a:solidFill>
            <a:prstDash val="solid"/>
          </a:ln>
        </p:spPr>
      </p:sp>
      <p:sp>
        <p:nvSpPr>
          <p:cNvPr id="33" name="">
            <a:extLst xmlns:a="http://schemas.openxmlformats.org/drawingml/2006/main">
              <a:ext uri="{FF2B5EF4-FFF2-40B4-BE49-F238E27FC236}">
                <a16:creationId xmlns:a16="http://schemas.microsoft.com/office/drawing/2014/main" id="{EB6BB9ED-98F6-49A4-AF70-0A1CCD6DE4FB}"/>
              </a:ext>
            </a:extLst>
          </p:cNvPr>
          <p:cNvSpPr>
            <a:spLocks xmlns:a="http://schemas.openxmlformats.org/drawingml/2006/main" noGrp="1"/>
          </p:cNvSpPr>
          <p:nvPr/>
        </p:nvSpPr>
        <p:spPr>
          <a:xfrm xmlns:a="http://schemas.openxmlformats.org/drawingml/2006/main">
            <a:off x="8210550" y="2438400"/>
            <a:ext cx="323850" cy="323850"/>
          </a:xfrm>
          <a:prstGeom xmlns:a="http://schemas.openxmlformats.org/drawingml/2006/main" prst="ellipse">
            <a:avLst/>
          </a:prstGeom>
          <a:solidFill xmlns:a="http://schemas.openxmlformats.org/drawingml/2006/main">
            <a:srgbClr val="4F6F9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F2458A4-F07B-406E-8FEA-E55CB3AA8B98}"/>
              </a:ext>
            </a:extLst>
          </p:cNvPr>
          <p:cNvSpPr>
            <a:spLocks xmlns:a="http://schemas.openxmlformats.org/drawingml/2006/main" noGrp="1"/>
          </p:cNvSpPr>
          <p:nvPr/>
        </p:nvSpPr>
        <p:spPr>
          <a:xfrm xmlns:a="http://schemas.openxmlformats.org/drawingml/2006/main">
            <a:off x="8210550" y="24384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5</a:t>
            </a:r>
          </a:p>
        </p:txBody>
      </p:sp>
      <p:sp>
        <p:nvSpPr>
          <p:cNvPr id="35" name="">
            <a:extLst xmlns:a="http://schemas.openxmlformats.org/drawingml/2006/main">
              <a:ext uri="{FF2B5EF4-FFF2-40B4-BE49-F238E27FC236}">
                <a16:creationId xmlns:a16="http://schemas.microsoft.com/office/drawing/2014/main" id="{57E6E651-F067-47D2-8AD8-3CE498FAABC4}"/>
              </a:ext>
            </a:extLst>
          </p:cNvPr>
          <p:cNvSpPr>
            <a:spLocks xmlns:a="http://schemas.openxmlformats.org/drawingml/2006/main" noGrp="1"/>
          </p:cNvSpPr>
          <p:nvPr/>
        </p:nvSpPr>
        <p:spPr>
          <a:xfrm xmlns:a="http://schemas.openxmlformats.org/drawingml/2006/main">
            <a:off x="8191500" y="2857500"/>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1A2C"/>
                </a:solidFill>
              </a:defRPr>
            </a:defPPr>
            <a:lvl1pPr algn="l">
              <a:defRPr sz="1575" b="1">
                <a:solidFill>
                  <a:srgbClr val="101A2C"/>
                </a:solidFill>
              </a:defRPr>
            </a:lvl1pPr>
            <a:lvl2pPr algn="l">
              <a:defRPr sz="1575" b="1">
                <a:solidFill>
                  <a:srgbClr val="101A2C"/>
                </a:solidFill>
              </a:defRPr>
            </a:lvl2pPr>
            <a:lvl3pPr algn="l">
              <a:defRPr sz="1575" b="1">
                <a:solidFill>
                  <a:srgbClr val="101A2C"/>
                </a:solidFill>
              </a:defRPr>
            </a:lvl3pPr>
            <a:lvl4pPr algn="l">
              <a:defRPr sz="1575" b="1">
                <a:solidFill>
                  <a:srgbClr val="101A2C"/>
                </a:solidFill>
              </a:defRPr>
            </a:lvl4pPr>
            <a:lvl5pPr algn="l">
              <a:defRPr sz="1575" b="1">
                <a:solidFill>
                  <a:srgbClr val="101A2C"/>
                </a:solidFill>
              </a:defRPr>
            </a:lvl5pPr>
            <a:lvl6pPr algn="l">
              <a:defRPr sz="1575" b="1">
                <a:solidFill>
                  <a:srgbClr val="101A2C"/>
                </a:solidFill>
              </a:defRPr>
            </a:lvl6pPr>
            <a:lvl7pPr algn="l">
              <a:defRPr sz="1575" b="1">
                <a:solidFill>
                  <a:srgbClr val="101A2C"/>
                </a:solidFill>
              </a:defRPr>
            </a:lvl7pPr>
            <a:lvl8pPr algn="l">
              <a:defRPr sz="1575" b="1">
                <a:solidFill>
                  <a:srgbClr val="101A2C"/>
                </a:solidFill>
              </a:defRPr>
            </a:lvl8pPr>
            <a:lvl9pPr algn="l">
              <a:defRPr sz="1575" b="1">
                <a:solidFill>
                  <a:srgbClr val="101A2C"/>
                </a:solidFill>
              </a:defRPr>
            </a:lvl9pPr>
          </a:lstStyle>
          <a:p xmlns:a="http://schemas.openxmlformats.org/drawingml/2006/main">
            <a:pPr algn="l">
              <a:defRPr sz="1575" b="1">
                <a:solidFill>
                  <a:srgbClr val="101A2C"/>
                </a:solidFill>
              </a:defRPr>
            </a:pPr>
            <a:r>
              <a:rPr sz="1575" b="1">
                <a:solidFill>
                  <a:srgbClr val="101A2C"/>
                </a:solidFill>
              </a:rPr>
              <a:t>API Spring</a:t>
            </a:r>
          </a:p>
        </p:txBody>
      </p:sp>
      <p:sp>
        <p:nvSpPr>
          <p:cNvPr id="36" name="">
            <a:extLst xmlns:a="http://schemas.openxmlformats.org/drawingml/2006/main">
              <a:ext uri="{FF2B5EF4-FFF2-40B4-BE49-F238E27FC236}">
                <a16:creationId xmlns:a16="http://schemas.microsoft.com/office/drawing/2014/main" id="{8B6E7963-8A8D-4157-A0B7-BC6015D61752}"/>
              </a:ext>
            </a:extLst>
          </p:cNvPr>
          <p:cNvSpPr>
            <a:spLocks xmlns:a="http://schemas.openxmlformats.org/drawingml/2006/main" noGrp="1"/>
          </p:cNvSpPr>
          <p:nvPr/>
        </p:nvSpPr>
        <p:spPr>
          <a:xfrm xmlns:a="http://schemas.openxmlformats.org/drawingml/2006/main">
            <a:off x="8191500" y="32004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Controladores y</a:t>
            </a:r>
          </a:p>
          <a:p xmlns:a="http://schemas.openxmlformats.org/drawingml/2006/main">
            <a:pPr algn="l">
              <a:defRPr sz="1200" b="0">
                <a:solidFill>
                  <a:srgbClr val="536176"/>
                </a:solidFill>
              </a:defRPr>
            </a:pPr>
            <a:r>
              <a:rPr sz="1200" b="0">
                <a:solidFill>
                  <a:srgbClr val="536176"/>
                </a:solidFill>
              </a:rPr>
              <a:t>reglas del servidor</a:t>
            </a:r>
          </a:p>
        </p:txBody>
      </p:sp>
      <p:sp>
        <p:nvSpPr>
          <p:cNvPr id="37" name="">
            <a:extLst xmlns:a="http://schemas.openxmlformats.org/drawingml/2006/main">
              <a:ext uri="{FF2B5EF4-FFF2-40B4-BE49-F238E27FC236}">
                <a16:creationId xmlns:a16="http://schemas.microsoft.com/office/drawing/2014/main" id="{33B8B795-4D2D-4DBC-AB89-6E9A1371315A}"/>
              </a:ext>
            </a:extLst>
          </p:cNvPr>
          <p:cNvSpPr>
            <a:spLocks xmlns:a="http://schemas.openxmlformats.org/drawingml/2006/main" noGrp="1"/>
          </p:cNvSpPr>
          <p:nvPr/>
        </p:nvSpPr>
        <p:spPr>
          <a:xfrm xmlns:a="http://schemas.openxmlformats.org/drawingml/2006/main">
            <a:off x="9686925" y="2771775"/>
            <a:ext cx="200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D8880B"/>
                </a:solidFill>
              </a:defRPr>
            </a:defPPr>
            <a:lvl1pPr algn="ctr">
              <a:defRPr sz="1950" b="1">
                <a:solidFill>
                  <a:srgbClr val="D8880B"/>
                </a:solidFill>
              </a:defRPr>
            </a:lvl1pPr>
            <a:lvl2pPr algn="ctr">
              <a:defRPr sz="1950" b="1">
                <a:solidFill>
                  <a:srgbClr val="D8880B"/>
                </a:solidFill>
              </a:defRPr>
            </a:lvl2pPr>
            <a:lvl3pPr algn="ctr">
              <a:defRPr sz="1950" b="1">
                <a:solidFill>
                  <a:srgbClr val="D8880B"/>
                </a:solidFill>
              </a:defRPr>
            </a:lvl3pPr>
            <a:lvl4pPr algn="ctr">
              <a:defRPr sz="1950" b="1">
                <a:solidFill>
                  <a:srgbClr val="D8880B"/>
                </a:solidFill>
              </a:defRPr>
            </a:lvl4pPr>
            <a:lvl5pPr algn="ctr">
              <a:defRPr sz="1950" b="1">
                <a:solidFill>
                  <a:srgbClr val="D8880B"/>
                </a:solidFill>
              </a:defRPr>
            </a:lvl5pPr>
            <a:lvl6pPr algn="ctr">
              <a:defRPr sz="1950" b="1">
                <a:solidFill>
                  <a:srgbClr val="D8880B"/>
                </a:solidFill>
              </a:defRPr>
            </a:lvl6pPr>
            <a:lvl7pPr algn="ctr">
              <a:defRPr sz="1950" b="1">
                <a:solidFill>
                  <a:srgbClr val="D8880B"/>
                </a:solidFill>
              </a:defRPr>
            </a:lvl7pPr>
            <a:lvl8pPr algn="ctr">
              <a:defRPr sz="1950" b="1">
                <a:solidFill>
                  <a:srgbClr val="D8880B"/>
                </a:solidFill>
              </a:defRPr>
            </a:lvl8pPr>
            <a:lvl9pPr algn="ctr">
              <a:defRPr sz="1950" b="1">
                <a:solidFill>
                  <a:srgbClr val="D8880B"/>
                </a:solidFill>
              </a:defRPr>
            </a:lvl9pPr>
          </a:lstStyle>
          <a:p xmlns:a="http://schemas.openxmlformats.org/drawingml/2006/main">
            <a:pPr algn="ctr">
              <a:defRPr sz="1950" b="1">
                <a:solidFill>
                  <a:srgbClr val="D8880B"/>
                </a:solidFill>
              </a:defRPr>
            </a:pPr>
            <a:r>
              <a:rPr sz="1950" b="1">
                <a:solidFill>
                  <a:srgbClr val="D8880B"/>
                </a:solidFill>
              </a:rPr>
              <a:t>→</a:t>
            </a:r>
          </a:p>
        </p:txBody>
      </p:sp>
      <p:sp>
        <p:nvSpPr>
          <p:cNvPr id="38" name="">
            <a:extLst xmlns:a="http://schemas.openxmlformats.org/drawingml/2006/main">
              <a:ext uri="{FF2B5EF4-FFF2-40B4-BE49-F238E27FC236}">
                <a16:creationId xmlns:a16="http://schemas.microsoft.com/office/drawing/2014/main" id="{E21F9CE2-F145-4639-B8AF-A325D82BD4A9}"/>
              </a:ext>
            </a:extLst>
          </p:cNvPr>
          <p:cNvSpPr>
            <a:spLocks xmlns:a="http://schemas.openxmlformats.org/drawingml/2006/main" noGrp="1"/>
          </p:cNvSpPr>
          <p:nvPr/>
        </p:nvSpPr>
        <p:spPr>
          <a:xfrm xmlns:a="http://schemas.openxmlformats.org/drawingml/2006/main">
            <a:off x="9896475" y="2266950"/>
            <a:ext cx="1638300" cy="1457325"/>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E7DFD0"/>
            </a:solidFill>
            <a:prstDash val="solid"/>
          </a:ln>
        </p:spPr>
      </p:sp>
      <p:sp>
        <p:nvSpPr>
          <p:cNvPr id="39" name="">
            <a:extLst xmlns:a="http://schemas.openxmlformats.org/drawingml/2006/main">
              <a:ext uri="{FF2B5EF4-FFF2-40B4-BE49-F238E27FC236}">
                <a16:creationId xmlns:a16="http://schemas.microsoft.com/office/drawing/2014/main" id="{6CA8BD33-17C1-4B49-A5BC-1A5BB1E45D03}"/>
              </a:ext>
            </a:extLst>
          </p:cNvPr>
          <p:cNvSpPr>
            <a:spLocks xmlns:a="http://schemas.openxmlformats.org/drawingml/2006/main" noGrp="1"/>
          </p:cNvSpPr>
          <p:nvPr/>
        </p:nvSpPr>
        <p:spPr>
          <a:xfrm xmlns:a="http://schemas.openxmlformats.org/drawingml/2006/main">
            <a:off x="10067925" y="2438400"/>
            <a:ext cx="323850" cy="323850"/>
          </a:xfrm>
          <a:prstGeom xmlns:a="http://schemas.openxmlformats.org/drawingml/2006/main" prst="ellipse">
            <a:avLst/>
          </a:prstGeom>
          <a:solidFill xmlns:a="http://schemas.openxmlformats.org/drawingml/2006/main">
            <a:srgbClr val="2F7A5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83AAE55-DE4B-406A-9057-9FABB55BF750}"/>
              </a:ext>
            </a:extLst>
          </p:cNvPr>
          <p:cNvSpPr>
            <a:spLocks xmlns:a="http://schemas.openxmlformats.org/drawingml/2006/main" noGrp="1"/>
          </p:cNvSpPr>
          <p:nvPr/>
        </p:nvSpPr>
        <p:spPr>
          <a:xfrm xmlns:a="http://schemas.openxmlformats.org/drawingml/2006/main">
            <a:off x="10067925" y="24384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6</a:t>
            </a:r>
          </a:p>
        </p:txBody>
      </p:sp>
      <p:sp>
        <p:nvSpPr>
          <p:cNvPr id="41" name="">
            <a:extLst xmlns:a="http://schemas.openxmlformats.org/drawingml/2006/main">
              <a:ext uri="{FF2B5EF4-FFF2-40B4-BE49-F238E27FC236}">
                <a16:creationId xmlns:a16="http://schemas.microsoft.com/office/drawing/2014/main" id="{B3F892A0-462D-4BB9-BB5F-0A26C7B6A797}"/>
              </a:ext>
            </a:extLst>
          </p:cNvPr>
          <p:cNvSpPr>
            <a:spLocks xmlns:a="http://schemas.openxmlformats.org/drawingml/2006/main" noGrp="1"/>
          </p:cNvSpPr>
          <p:nvPr/>
        </p:nvSpPr>
        <p:spPr>
          <a:xfrm xmlns:a="http://schemas.openxmlformats.org/drawingml/2006/main">
            <a:off x="10048875" y="2857500"/>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1A2C"/>
                </a:solidFill>
              </a:defRPr>
            </a:defPPr>
            <a:lvl1pPr algn="l">
              <a:defRPr sz="1575" b="1">
                <a:solidFill>
                  <a:srgbClr val="101A2C"/>
                </a:solidFill>
              </a:defRPr>
            </a:lvl1pPr>
            <a:lvl2pPr algn="l">
              <a:defRPr sz="1575" b="1">
                <a:solidFill>
                  <a:srgbClr val="101A2C"/>
                </a:solidFill>
              </a:defRPr>
            </a:lvl2pPr>
            <a:lvl3pPr algn="l">
              <a:defRPr sz="1575" b="1">
                <a:solidFill>
                  <a:srgbClr val="101A2C"/>
                </a:solidFill>
              </a:defRPr>
            </a:lvl3pPr>
            <a:lvl4pPr algn="l">
              <a:defRPr sz="1575" b="1">
                <a:solidFill>
                  <a:srgbClr val="101A2C"/>
                </a:solidFill>
              </a:defRPr>
            </a:lvl4pPr>
            <a:lvl5pPr algn="l">
              <a:defRPr sz="1575" b="1">
                <a:solidFill>
                  <a:srgbClr val="101A2C"/>
                </a:solidFill>
              </a:defRPr>
            </a:lvl5pPr>
            <a:lvl6pPr algn="l">
              <a:defRPr sz="1575" b="1">
                <a:solidFill>
                  <a:srgbClr val="101A2C"/>
                </a:solidFill>
              </a:defRPr>
            </a:lvl6pPr>
            <a:lvl7pPr algn="l">
              <a:defRPr sz="1575" b="1">
                <a:solidFill>
                  <a:srgbClr val="101A2C"/>
                </a:solidFill>
              </a:defRPr>
            </a:lvl7pPr>
            <a:lvl8pPr algn="l">
              <a:defRPr sz="1575" b="1">
                <a:solidFill>
                  <a:srgbClr val="101A2C"/>
                </a:solidFill>
              </a:defRPr>
            </a:lvl8pPr>
            <a:lvl9pPr algn="l">
              <a:defRPr sz="1575" b="1">
                <a:solidFill>
                  <a:srgbClr val="101A2C"/>
                </a:solidFill>
              </a:defRPr>
            </a:lvl9pPr>
          </a:lstStyle>
          <a:p xmlns:a="http://schemas.openxmlformats.org/drawingml/2006/main">
            <a:pPr algn="l">
              <a:defRPr sz="1575" b="1">
                <a:solidFill>
                  <a:srgbClr val="101A2C"/>
                </a:solidFill>
              </a:defRPr>
            </a:pPr>
            <a:r>
              <a:rPr sz="1575" b="1">
                <a:solidFill>
                  <a:srgbClr val="101A2C"/>
                </a:solidFill>
              </a:rPr>
              <a:t>SQL Server</a:t>
            </a:r>
          </a:p>
        </p:txBody>
      </p:sp>
      <p:sp>
        <p:nvSpPr>
          <p:cNvPr id="42" name="">
            <a:extLst xmlns:a="http://schemas.openxmlformats.org/drawingml/2006/main">
              <a:ext uri="{FF2B5EF4-FFF2-40B4-BE49-F238E27FC236}">
                <a16:creationId xmlns:a16="http://schemas.microsoft.com/office/drawing/2014/main" id="{7F113409-5F66-4FBA-B5F8-44CB6AD3C003}"/>
              </a:ext>
            </a:extLst>
          </p:cNvPr>
          <p:cNvSpPr>
            <a:spLocks xmlns:a="http://schemas.openxmlformats.org/drawingml/2006/main" noGrp="1"/>
          </p:cNvSpPr>
          <p:nvPr/>
        </p:nvSpPr>
        <p:spPr>
          <a:xfrm xmlns:a="http://schemas.openxmlformats.org/drawingml/2006/main">
            <a:off x="10048875" y="3200400"/>
            <a:ext cx="1352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Persistencia de</a:t>
            </a:r>
          </a:p>
          <a:p xmlns:a="http://schemas.openxmlformats.org/drawingml/2006/main">
            <a:pPr algn="l">
              <a:defRPr sz="1200" b="0">
                <a:solidFill>
                  <a:srgbClr val="536176"/>
                </a:solidFill>
              </a:defRPr>
            </a:pPr>
            <a:r>
              <a:rPr sz="1200" b="0">
                <a:solidFill>
                  <a:srgbClr val="536176"/>
                </a:solidFill>
              </a:rPr>
              <a:t>productos y pedidos</a:t>
            </a:r>
          </a:p>
        </p:txBody>
      </p:sp>
      <p:sp>
        <p:nvSpPr>
          <p:cNvPr id="43" name="">
            <a:extLst xmlns:a="http://schemas.openxmlformats.org/drawingml/2006/main">
              <a:ext uri="{FF2B5EF4-FFF2-40B4-BE49-F238E27FC236}">
                <a16:creationId xmlns:a16="http://schemas.microsoft.com/office/drawing/2014/main" id="{AAEC519D-1619-4450-8459-B9FD37D8E8B0}"/>
              </a:ext>
            </a:extLst>
          </p:cNvPr>
          <p:cNvSpPr>
            <a:spLocks xmlns:a="http://schemas.openxmlformats.org/drawingml/2006/main" noGrp="1"/>
          </p:cNvSpPr>
          <p:nvPr/>
        </p:nvSpPr>
        <p:spPr>
          <a:xfrm xmlns:a="http://schemas.openxmlformats.org/drawingml/2006/main">
            <a:off x="609600" y="4067175"/>
            <a:ext cx="10972800" cy="1323975"/>
          </a:xfrm>
          <a:prstGeom xmlns:a="http://schemas.openxmlformats.org/drawingml/2006/main" prst="roundRect">
            <a:avLst>
              <a:gd name="adj" fmla="val 8633"/>
            </a:avLst>
          </a:prstGeom>
          <a:solidFill xmlns:a="http://schemas.openxmlformats.org/drawingml/2006/main">
            <a:srgbClr val="101A2C"/>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3F56441-4F92-4EE1-9A87-184ECC37097F}"/>
              </a:ext>
            </a:extLst>
          </p:cNvPr>
          <p:cNvSpPr>
            <a:spLocks xmlns:a="http://schemas.openxmlformats.org/drawingml/2006/main" noGrp="1"/>
          </p:cNvSpPr>
          <p:nvPr/>
        </p:nvSpPr>
        <p:spPr>
          <a:xfrm xmlns:a="http://schemas.openxmlformats.org/drawingml/2006/main">
            <a:off x="838200" y="4257675"/>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F6C85F"/>
                </a:solidFill>
              </a:defRPr>
            </a:defPPr>
            <a:lvl1pPr algn="l">
              <a:defRPr sz="1125" b="1">
                <a:solidFill>
                  <a:srgbClr val="F6C85F"/>
                </a:solidFill>
              </a:defRPr>
            </a:lvl1pPr>
            <a:lvl2pPr algn="l">
              <a:defRPr sz="1125" b="1">
                <a:solidFill>
                  <a:srgbClr val="F6C85F"/>
                </a:solidFill>
              </a:defRPr>
            </a:lvl2pPr>
            <a:lvl3pPr algn="l">
              <a:defRPr sz="1125" b="1">
                <a:solidFill>
                  <a:srgbClr val="F6C85F"/>
                </a:solidFill>
              </a:defRPr>
            </a:lvl3pPr>
            <a:lvl4pPr algn="l">
              <a:defRPr sz="1125" b="1">
                <a:solidFill>
                  <a:srgbClr val="F6C85F"/>
                </a:solidFill>
              </a:defRPr>
            </a:lvl4pPr>
            <a:lvl5pPr algn="l">
              <a:defRPr sz="1125" b="1">
                <a:solidFill>
                  <a:srgbClr val="F6C85F"/>
                </a:solidFill>
              </a:defRPr>
            </a:lvl5pPr>
            <a:lvl6pPr algn="l">
              <a:defRPr sz="1125" b="1">
                <a:solidFill>
                  <a:srgbClr val="F6C85F"/>
                </a:solidFill>
              </a:defRPr>
            </a:lvl6pPr>
            <a:lvl7pPr algn="l">
              <a:defRPr sz="1125" b="1">
                <a:solidFill>
                  <a:srgbClr val="F6C85F"/>
                </a:solidFill>
              </a:defRPr>
            </a:lvl7pPr>
            <a:lvl8pPr algn="l">
              <a:defRPr sz="1125" b="1">
                <a:solidFill>
                  <a:srgbClr val="F6C85F"/>
                </a:solidFill>
              </a:defRPr>
            </a:lvl8pPr>
            <a:lvl9pPr algn="l">
              <a:defRPr sz="1125" b="1">
                <a:solidFill>
                  <a:srgbClr val="F6C85F"/>
                </a:solidFill>
              </a:defRPr>
            </a:lvl9pPr>
          </a:lstStyle>
          <a:p xmlns:a="http://schemas.openxmlformats.org/drawingml/2006/main">
            <a:pPr algn="l">
              <a:defRPr sz="1125" b="1">
                <a:solidFill>
                  <a:srgbClr val="F6C85F"/>
                </a:solidFill>
              </a:defRPr>
            </a:pPr>
            <a:r>
              <a:rPr sz="1125" b="1">
                <a:solidFill>
                  <a:srgbClr val="F6C85F"/>
                </a:solidFill>
              </a:rPr>
              <a:t>IDA</a:t>
            </a:r>
          </a:p>
        </p:txBody>
      </p:sp>
      <p:sp>
        <p:nvSpPr>
          <p:cNvPr id="45" name="">
            <a:extLst xmlns:a="http://schemas.openxmlformats.org/drawingml/2006/main">
              <a:ext uri="{FF2B5EF4-FFF2-40B4-BE49-F238E27FC236}">
                <a16:creationId xmlns:a16="http://schemas.microsoft.com/office/drawing/2014/main" id="{9832DD26-81E0-4239-B3E4-A5EF8CFC2B45}"/>
              </a:ext>
            </a:extLst>
          </p:cNvPr>
          <p:cNvSpPr>
            <a:spLocks xmlns:a="http://schemas.openxmlformats.org/drawingml/2006/main" noGrp="1"/>
          </p:cNvSpPr>
          <p:nvPr/>
        </p:nvSpPr>
        <p:spPr>
          <a:xfrm xmlns:a="http://schemas.openxmlformats.org/drawingml/2006/main">
            <a:off x="1581150" y="4219575"/>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FFF9EC"/>
                </a:solidFill>
              </a:defRPr>
            </a:defPPr>
            <a:lvl1pPr algn="l">
              <a:defRPr sz="1425" b="0">
                <a:solidFill>
                  <a:srgbClr val="FFF9EC"/>
                </a:solidFill>
              </a:defRPr>
            </a:lvl1pPr>
            <a:lvl2pPr algn="l">
              <a:defRPr sz="1425" b="0">
                <a:solidFill>
                  <a:srgbClr val="FFF9EC"/>
                </a:solidFill>
              </a:defRPr>
            </a:lvl2pPr>
            <a:lvl3pPr algn="l">
              <a:defRPr sz="1425" b="0">
                <a:solidFill>
                  <a:srgbClr val="FFF9EC"/>
                </a:solidFill>
              </a:defRPr>
            </a:lvl3pPr>
            <a:lvl4pPr algn="l">
              <a:defRPr sz="1425" b="0">
                <a:solidFill>
                  <a:srgbClr val="FFF9EC"/>
                </a:solidFill>
              </a:defRPr>
            </a:lvl4pPr>
            <a:lvl5pPr algn="l">
              <a:defRPr sz="1425" b="0">
                <a:solidFill>
                  <a:srgbClr val="FFF9EC"/>
                </a:solidFill>
              </a:defRPr>
            </a:lvl5pPr>
            <a:lvl6pPr algn="l">
              <a:defRPr sz="1425" b="0">
                <a:solidFill>
                  <a:srgbClr val="FFF9EC"/>
                </a:solidFill>
              </a:defRPr>
            </a:lvl6pPr>
            <a:lvl7pPr algn="l">
              <a:defRPr sz="1425" b="0">
                <a:solidFill>
                  <a:srgbClr val="FFF9EC"/>
                </a:solidFill>
              </a:defRPr>
            </a:lvl7pPr>
            <a:lvl8pPr algn="l">
              <a:defRPr sz="1425" b="0">
                <a:solidFill>
                  <a:srgbClr val="FFF9EC"/>
                </a:solidFill>
              </a:defRPr>
            </a:lvl8pPr>
            <a:lvl9pPr algn="l">
              <a:defRPr sz="1425" b="0">
                <a:solidFill>
                  <a:srgbClr val="FFF9EC"/>
                </a:solidFill>
              </a:defRPr>
            </a:lvl9pPr>
          </a:lstStyle>
          <a:p xmlns:a="http://schemas.openxmlformats.org/drawingml/2006/main">
            <a:pPr algn="l">
              <a:defRPr sz="1425" b="0">
                <a:solidFill>
                  <a:srgbClr val="FFF9EC"/>
                </a:solidFill>
              </a:defRPr>
            </a:pPr>
            <a:r>
              <a:rPr sz="1425" b="0">
                <a:solidFill>
                  <a:srgbClr val="FFF9EC"/>
                </a:solidFill>
              </a:rPr>
              <a:t>La app envía una petición HTTP con sus datos y, cuando corresponde, el token de sesión.</a:t>
            </a:r>
          </a:p>
        </p:txBody>
      </p:sp>
      <p:sp>
        <p:nvSpPr>
          <p:cNvPr id="46" name="">
            <a:extLst xmlns:a="http://schemas.openxmlformats.org/drawingml/2006/main">
              <a:ext uri="{FF2B5EF4-FFF2-40B4-BE49-F238E27FC236}">
                <a16:creationId xmlns:a16="http://schemas.microsoft.com/office/drawing/2014/main" id="{A89EC9CF-0DE0-48F3-B2D2-A7F56E66F0AE}"/>
              </a:ext>
            </a:extLst>
          </p:cNvPr>
          <p:cNvSpPr>
            <a:spLocks xmlns:a="http://schemas.openxmlformats.org/drawingml/2006/main" noGrp="1"/>
          </p:cNvSpPr>
          <p:nvPr/>
        </p:nvSpPr>
        <p:spPr>
          <a:xfrm xmlns:a="http://schemas.openxmlformats.org/drawingml/2006/main">
            <a:off x="838200" y="4733925"/>
            <a:ext cx="647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F6C85F"/>
                </a:solidFill>
              </a:defRPr>
            </a:defPPr>
            <a:lvl1pPr algn="l">
              <a:defRPr sz="1125" b="1">
                <a:solidFill>
                  <a:srgbClr val="F6C85F"/>
                </a:solidFill>
              </a:defRPr>
            </a:lvl1pPr>
            <a:lvl2pPr algn="l">
              <a:defRPr sz="1125" b="1">
                <a:solidFill>
                  <a:srgbClr val="F6C85F"/>
                </a:solidFill>
              </a:defRPr>
            </a:lvl2pPr>
            <a:lvl3pPr algn="l">
              <a:defRPr sz="1125" b="1">
                <a:solidFill>
                  <a:srgbClr val="F6C85F"/>
                </a:solidFill>
              </a:defRPr>
            </a:lvl3pPr>
            <a:lvl4pPr algn="l">
              <a:defRPr sz="1125" b="1">
                <a:solidFill>
                  <a:srgbClr val="F6C85F"/>
                </a:solidFill>
              </a:defRPr>
            </a:lvl4pPr>
            <a:lvl5pPr algn="l">
              <a:defRPr sz="1125" b="1">
                <a:solidFill>
                  <a:srgbClr val="F6C85F"/>
                </a:solidFill>
              </a:defRPr>
            </a:lvl5pPr>
            <a:lvl6pPr algn="l">
              <a:defRPr sz="1125" b="1">
                <a:solidFill>
                  <a:srgbClr val="F6C85F"/>
                </a:solidFill>
              </a:defRPr>
            </a:lvl6pPr>
            <a:lvl7pPr algn="l">
              <a:defRPr sz="1125" b="1">
                <a:solidFill>
                  <a:srgbClr val="F6C85F"/>
                </a:solidFill>
              </a:defRPr>
            </a:lvl7pPr>
            <a:lvl8pPr algn="l">
              <a:defRPr sz="1125" b="1">
                <a:solidFill>
                  <a:srgbClr val="F6C85F"/>
                </a:solidFill>
              </a:defRPr>
            </a:lvl8pPr>
            <a:lvl9pPr algn="l">
              <a:defRPr sz="1125" b="1">
                <a:solidFill>
                  <a:srgbClr val="F6C85F"/>
                </a:solidFill>
              </a:defRPr>
            </a:lvl9pPr>
          </a:lstStyle>
          <a:p xmlns:a="http://schemas.openxmlformats.org/drawingml/2006/main">
            <a:pPr algn="l">
              <a:defRPr sz="1125" b="1">
                <a:solidFill>
                  <a:srgbClr val="F6C85F"/>
                </a:solidFill>
              </a:defRPr>
            </a:pPr>
            <a:r>
              <a:rPr sz="1125" b="1">
                <a:solidFill>
                  <a:srgbClr val="F6C85F"/>
                </a:solidFill>
              </a:rPr>
              <a:t>VUELTA</a:t>
            </a:r>
          </a:p>
        </p:txBody>
      </p:sp>
      <p:sp>
        <p:nvSpPr>
          <p:cNvPr id="47" name="">
            <a:extLst xmlns:a="http://schemas.openxmlformats.org/drawingml/2006/main">
              <a:ext uri="{FF2B5EF4-FFF2-40B4-BE49-F238E27FC236}">
                <a16:creationId xmlns:a16="http://schemas.microsoft.com/office/drawing/2014/main" id="{8A1BDA7C-6AE2-4CDA-B49C-E5FFECB2542F}"/>
              </a:ext>
            </a:extLst>
          </p:cNvPr>
          <p:cNvSpPr>
            <a:spLocks xmlns:a="http://schemas.openxmlformats.org/drawingml/2006/main" noGrp="1"/>
          </p:cNvSpPr>
          <p:nvPr/>
        </p:nvSpPr>
        <p:spPr>
          <a:xfrm xmlns:a="http://schemas.openxmlformats.org/drawingml/2006/main">
            <a:off x="1581150" y="4695825"/>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FFF9EC"/>
                </a:solidFill>
              </a:defRPr>
            </a:defPPr>
            <a:lvl1pPr algn="l">
              <a:defRPr sz="1425" b="0">
                <a:solidFill>
                  <a:srgbClr val="FFF9EC"/>
                </a:solidFill>
              </a:defRPr>
            </a:lvl1pPr>
            <a:lvl2pPr algn="l">
              <a:defRPr sz="1425" b="0">
                <a:solidFill>
                  <a:srgbClr val="FFF9EC"/>
                </a:solidFill>
              </a:defRPr>
            </a:lvl2pPr>
            <a:lvl3pPr algn="l">
              <a:defRPr sz="1425" b="0">
                <a:solidFill>
                  <a:srgbClr val="FFF9EC"/>
                </a:solidFill>
              </a:defRPr>
            </a:lvl3pPr>
            <a:lvl4pPr algn="l">
              <a:defRPr sz="1425" b="0">
                <a:solidFill>
                  <a:srgbClr val="FFF9EC"/>
                </a:solidFill>
              </a:defRPr>
            </a:lvl4pPr>
            <a:lvl5pPr algn="l">
              <a:defRPr sz="1425" b="0">
                <a:solidFill>
                  <a:srgbClr val="FFF9EC"/>
                </a:solidFill>
              </a:defRPr>
            </a:lvl5pPr>
            <a:lvl6pPr algn="l">
              <a:defRPr sz="1425" b="0">
                <a:solidFill>
                  <a:srgbClr val="FFF9EC"/>
                </a:solidFill>
              </a:defRPr>
            </a:lvl6pPr>
            <a:lvl7pPr algn="l">
              <a:defRPr sz="1425" b="0">
                <a:solidFill>
                  <a:srgbClr val="FFF9EC"/>
                </a:solidFill>
              </a:defRPr>
            </a:lvl7pPr>
            <a:lvl8pPr algn="l">
              <a:defRPr sz="1425" b="0">
                <a:solidFill>
                  <a:srgbClr val="FFF9EC"/>
                </a:solidFill>
              </a:defRPr>
            </a:lvl8pPr>
            <a:lvl9pPr algn="l">
              <a:defRPr sz="1425" b="0">
                <a:solidFill>
                  <a:srgbClr val="FFF9EC"/>
                </a:solidFill>
              </a:defRPr>
            </a:lvl9pPr>
          </a:lstStyle>
          <a:p xmlns:a="http://schemas.openxmlformats.org/drawingml/2006/main">
            <a:pPr algn="l">
              <a:defRPr sz="1425" b="0">
                <a:solidFill>
                  <a:srgbClr val="FFF9EC"/>
                </a:solidFill>
              </a:defRPr>
            </a:pPr>
            <a:r>
              <a:rPr sz="1425" b="0">
                <a:solidFill>
                  <a:srgbClr val="FFF9EC"/>
                </a:solidFill>
              </a:rPr>
              <a:t>La API responde con un estado HTTP y datos; el ViewModel actualiza la pantalla.</a:t>
            </a:r>
          </a:p>
        </p:txBody>
      </p:sp>
    </p:spTree>
    <p:extLst>
      <p:ext uri="{BB962C8B-B14F-4D97-AF65-F5344CB8AC3E}">
        <p14:creationId xmlns:p14="http://schemas.microsoft.com/office/powerpoint/2010/main" val="267219778"/>
      </p:ext>
    </p:extLst>
  </p:cSld>
</p:sld>
</file>

<file path=ppt/slides/slide3.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F928110D-4395-425D-AC3E-8764310C8B4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A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9953A4-3E74-46F8-926B-2CF9F6C3E693}"/>
              </a:ext>
            </a:extLst>
          </p:cNvPr>
          <p:cNvSpPr>
            <a:spLocks xmlns:a="http://schemas.openxmlformats.org/drawingml/2006/main" noGrp="1"/>
          </p:cNvSpPr>
          <p:nvPr/>
        </p:nvSpPr>
        <p:spPr>
          <a:xfrm xmlns:a="http://schemas.openxmlformats.org/drawingml/2006/main">
            <a:off x="609600" y="33337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D8880B"/>
                </a:solidFill>
              </a:defRPr>
            </a:defPPr>
            <a:lvl1pPr algn="l">
              <a:defRPr sz="1200" b="1">
                <a:solidFill>
                  <a:srgbClr val="D8880B"/>
                </a:solidFill>
              </a:defRPr>
            </a:lvl1pPr>
            <a:lvl2pPr algn="l">
              <a:defRPr sz="1200" b="1">
                <a:solidFill>
                  <a:srgbClr val="D8880B"/>
                </a:solidFill>
              </a:defRPr>
            </a:lvl2pPr>
            <a:lvl3pPr algn="l">
              <a:defRPr sz="1200" b="1">
                <a:solidFill>
                  <a:srgbClr val="D8880B"/>
                </a:solidFill>
              </a:defRPr>
            </a:lvl3pPr>
            <a:lvl4pPr algn="l">
              <a:defRPr sz="1200" b="1">
                <a:solidFill>
                  <a:srgbClr val="D8880B"/>
                </a:solidFill>
              </a:defRPr>
            </a:lvl4pPr>
            <a:lvl5pPr algn="l">
              <a:defRPr sz="1200" b="1">
                <a:solidFill>
                  <a:srgbClr val="D8880B"/>
                </a:solidFill>
              </a:defRPr>
            </a:lvl5pPr>
            <a:lvl6pPr algn="l">
              <a:defRPr sz="1200" b="1">
                <a:solidFill>
                  <a:srgbClr val="D8880B"/>
                </a:solidFill>
              </a:defRPr>
            </a:lvl6pPr>
            <a:lvl7pPr algn="l">
              <a:defRPr sz="1200" b="1">
                <a:solidFill>
                  <a:srgbClr val="D8880B"/>
                </a:solidFill>
              </a:defRPr>
            </a:lvl7pPr>
            <a:lvl8pPr algn="l">
              <a:defRPr sz="1200" b="1">
                <a:solidFill>
                  <a:srgbClr val="D8880B"/>
                </a:solidFill>
              </a:defRPr>
            </a:lvl8pPr>
            <a:lvl9pPr algn="l">
              <a:defRPr sz="1200" b="1">
                <a:solidFill>
                  <a:srgbClr val="D8880B"/>
                </a:solidFill>
              </a:defRPr>
            </a:lvl9pPr>
          </a:lstStyle>
          <a:p xmlns:a="http://schemas.openxmlformats.org/drawingml/2006/main">
            <a:pPr algn="l">
              <a:defRPr sz="1200" b="1">
                <a:solidFill>
                  <a:srgbClr val="D8880B"/>
                </a:solidFill>
              </a:defRPr>
            </a:pPr>
            <a:r>
              <a:rPr sz="1200" b="1">
                <a:solidFill>
                  <a:srgbClr val="D8880B"/>
                </a:solidFill>
              </a:rPr>
              <a:t>SERVIDOR · ENDPOINTS</a:t>
            </a:r>
          </a:p>
        </p:txBody>
      </p:sp>
      <p:sp>
        <p:nvSpPr>
          <p:cNvPr id="3" name="">
            <a:extLst xmlns:a="http://schemas.openxmlformats.org/drawingml/2006/main">
              <a:ext uri="{FF2B5EF4-FFF2-40B4-BE49-F238E27FC236}">
                <a16:creationId xmlns:a16="http://schemas.microsoft.com/office/drawing/2014/main" id="{2BCBEA24-EC42-46B0-AD9D-71F8E84638C4}"/>
              </a:ext>
            </a:extLst>
          </p:cNvPr>
          <p:cNvSpPr>
            <a:spLocks xmlns:a="http://schemas.openxmlformats.org/drawingml/2006/main" noGrp="1"/>
          </p:cNvSpPr>
          <p:nvPr/>
        </p:nvSpPr>
        <p:spPr>
          <a:xfrm xmlns:a="http://schemas.openxmlformats.org/drawingml/2006/main">
            <a:off x="609600" y="638175"/>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01A2C"/>
                </a:solidFill>
              </a:defRPr>
            </a:defPPr>
            <a:lvl1pPr algn="l">
              <a:defRPr sz="3150" b="1">
                <a:solidFill>
                  <a:srgbClr val="101A2C"/>
                </a:solidFill>
              </a:defRPr>
            </a:lvl1pPr>
            <a:lvl2pPr algn="l">
              <a:defRPr sz="3150" b="1">
                <a:solidFill>
                  <a:srgbClr val="101A2C"/>
                </a:solidFill>
              </a:defRPr>
            </a:lvl2pPr>
            <a:lvl3pPr algn="l">
              <a:defRPr sz="3150" b="1">
                <a:solidFill>
                  <a:srgbClr val="101A2C"/>
                </a:solidFill>
              </a:defRPr>
            </a:lvl3pPr>
            <a:lvl4pPr algn="l">
              <a:defRPr sz="3150" b="1">
                <a:solidFill>
                  <a:srgbClr val="101A2C"/>
                </a:solidFill>
              </a:defRPr>
            </a:lvl4pPr>
            <a:lvl5pPr algn="l">
              <a:defRPr sz="3150" b="1">
                <a:solidFill>
                  <a:srgbClr val="101A2C"/>
                </a:solidFill>
              </a:defRPr>
            </a:lvl5pPr>
            <a:lvl6pPr algn="l">
              <a:defRPr sz="3150" b="1">
                <a:solidFill>
                  <a:srgbClr val="101A2C"/>
                </a:solidFill>
              </a:defRPr>
            </a:lvl6pPr>
            <a:lvl7pPr algn="l">
              <a:defRPr sz="3150" b="1">
                <a:solidFill>
                  <a:srgbClr val="101A2C"/>
                </a:solidFill>
              </a:defRPr>
            </a:lvl7pPr>
            <a:lvl8pPr algn="l">
              <a:defRPr sz="3150" b="1">
                <a:solidFill>
                  <a:srgbClr val="101A2C"/>
                </a:solidFill>
              </a:defRPr>
            </a:lvl8pPr>
            <a:lvl9pPr algn="l">
              <a:defRPr sz="3150" b="1">
                <a:solidFill>
                  <a:srgbClr val="101A2C"/>
                </a:solidFill>
              </a:defRPr>
            </a:lvl9pPr>
          </a:lstStyle>
          <a:p xmlns:a="http://schemas.openxmlformats.org/drawingml/2006/main">
            <a:pPr algn="l">
              <a:defRPr sz="3150" b="1">
                <a:solidFill>
                  <a:srgbClr val="101A2C"/>
                </a:solidFill>
              </a:defRPr>
            </a:pPr>
            <a:r>
              <a:rPr sz="3150" b="1">
                <a:solidFill>
                  <a:srgbClr val="101A2C"/>
                </a:solidFill>
              </a:rPr>
              <a:t>La API expone operaciones REST para productos</a:t>
            </a:r>
          </a:p>
        </p:txBody>
      </p:sp>
      <p:sp>
        <p:nvSpPr>
          <p:cNvPr id="4" name="">
            <a:extLst xmlns:a="http://schemas.openxmlformats.org/drawingml/2006/main">
              <a:ext uri="{FF2B5EF4-FFF2-40B4-BE49-F238E27FC236}">
                <a16:creationId xmlns:a16="http://schemas.microsoft.com/office/drawing/2014/main" id="{1986E2D7-0738-4126-800B-C2CAEDC26815}"/>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E7DFD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BA4169B-74AF-40F0-949A-E36E8A84AEDE}"/>
              </a:ext>
            </a:extLst>
          </p:cNvPr>
          <p:cNvSpPr>
            <a:spLocks xmlns:a="http://schemas.openxmlformats.org/drawingml/2006/main" noGrp="1"/>
          </p:cNvSpPr>
          <p:nvPr/>
        </p:nvSpPr>
        <p:spPr>
          <a:xfrm xmlns:a="http://schemas.openxmlformats.org/drawingml/2006/main">
            <a:off x="609600" y="63436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36176"/>
                </a:solidFill>
              </a:defRPr>
            </a:defPPr>
            <a:lvl1pPr algn="l">
              <a:defRPr sz="975" b="1">
                <a:solidFill>
                  <a:srgbClr val="536176"/>
                </a:solidFill>
              </a:defRPr>
            </a:lvl1pPr>
            <a:lvl2pPr algn="l">
              <a:defRPr sz="975" b="1">
                <a:solidFill>
                  <a:srgbClr val="536176"/>
                </a:solidFill>
              </a:defRPr>
            </a:lvl2pPr>
            <a:lvl3pPr algn="l">
              <a:defRPr sz="975" b="1">
                <a:solidFill>
                  <a:srgbClr val="536176"/>
                </a:solidFill>
              </a:defRPr>
            </a:lvl3pPr>
            <a:lvl4pPr algn="l">
              <a:defRPr sz="975" b="1">
                <a:solidFill>
                  <a:srgbClr val="536176"/>
                </a:solidFill>
              </a:defRPr>
            </a:lvl4pPr>
            <a:lvl5pPr algn="l">
              <a:defRPr sz="975" b="1">
                <a:solidFill>
                  <a:srgbClr val="536176"/>
                </a:solidFill>
              </a:defRPr>
            </a:lvl5pPr>
            <a:lvl6pPr algn="l">
              <a:defRPr sz="975" b="1">
                <a:solidFill>
                  <a:srgbClr val="536176"/>
                </a:solidFill>
              </a:defRPr>
            </a:lvl6pPr>
            <a:lvl7pPr algn="l">
              <a:defRPr sz="975" b="1">
                <a:solidFill>
                  <a:srgbClr val="536176"/>
                </a:solidFill>
              </a:defRPr>
            </a:lvl7pPr>
            <a:lvl8pPr algn="l">
              <a:defRPr sz="975" b="1">
                <a:solidFill>
                  <a:srgbClr val="536176"/>
                </a:solidFill>
              </a:defRPr>
            </a:lvl8pPr>
            <a:lvl9pPr algn="l">
              <a:defRPr sz="975" b="1">
                <a:solidFill>
                  <a:srgbClr val="536176"/>
                </a:solidFill>
              </a:defRPr>
            </a:lvl9pPr>
          </a:lstStyle>
          <a:p xmlns:a="http://schemas.openxmlformats.org/drawingml/2006/main">
            <a:pPr algn="l">
              <a:defRPr sz="975" b="1">
                <a:solidFill>
                  <a:srgbClr val="536176"/>
                </a:solidFill>
              </a:defRPr>
            </a:pPr>
            <a:r>
              <a:rPr sz="975" b="1">
                <a:solidFill>
                  <a:srgbClr val="536176"/>
                </a:solidFill>
              </a:rPr>
              <a:t>DULCEMIEL  ·  CRITERIO 5</a:t>
            </a:r>
          </a:p>
        </p:txBody>
      </p:sp>
      <p:sp>
        <p:nvSpPr>
          <p:cNvPr id="6" name="">
            <a:extLst xmlns:a="http://schemas.openxmlformats.org/drawingml/2006/main">
              <a:ext uri="{FF2B5EF4-FFF2-40B4-BE49-F238E27FC236}">
                <a16:creationId xmlns:a16="http://schemas.microsoft.com/office/drawing/2014/main" id="{4F04F497-7B94-4D1A-8785-3FF1CE570D22}"/>
              </a:ext>
            </a:extLst>
          </p:cNvPr>
          <p:cNvSpPr>
            <a:spLocks xmlns:a="http://schemas.openxmlformats.org/drawingml/2006/main" noGrp="1"/>
          </p:cNvSpPr>
          <p:nvPr/>
        </p:nvSpPr>
        <p:spPr>
          <a:xfrm xmlns:a="http://schemas.openxmlformats.org/drawingml/2006/main">
            <a:off x="11096625"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36176"/>
                </a:solidFill>
              </a:defRPr>
            </a:defPPr>
            <a:lvl1pPr algn="r">
              <a:defRPr sz="1050" b="1">
                <a:solidFill>
                  <a:srgbClr val="536176"/>
                </a:solidFill>
              </a:defRPr>
            </a:lvl1pPr>
            <a:lvl2pPr algn="r">
              <a:defRPr sz="1050" b="1">
                <a:solidFill>
                  <a:srgbClr val="536176"/>
                </a:solidFill>
              </a:defRPr>
            </a:lvl2pPr>
            <a:lvl3pPr algn="r">
              <a:defRPr sz="1050" b="1">
                <a:solidFill>
                  <a:srgbClr val="536176"/>
                </a:solidFill>
              </a:defRPr>
            </a:lvl3pPr>
            <a:lvl4pPr algn="r">
              <a:defRPr sz="1050" b="1">
                <a:solidFill>
                  <a:srgbClr val="536176"/>
                </a:solidFill>
              </a:defRPr>
            </a:lvl4pPr>
            <a:lvl5pPr algn="r">
              <a:defRPr sz="1050" b="1">
                <a:solidFill>
                  <a:srgbClr val="536176"/>
                </a:solidFill>
              </a:defRPr>
            </a:lvl5pPr>
            <a:lvl6pPr algn="r">
              <a:defRPr sz="1050" b="1">
                <a:solidFill>
                  <a:srgbClr val="536176"/>
                </a:solidFill>
              </a:defRPr>
            </a:lvl6pPr>
            <a:lvl7pPr algn="r">
              <a:defRPr sz="1050" b="1">
                <a:solidFill>
                  <a:srgbClr val="536176"/>
                </a:solidFill>
              </a:defRPr>
            </a:lvl7pPr>
            <a:lvl8pPr algn="r">
              <a:defRPr sz="1050" b="1">
                <a:solidFill>
                  <a:srgbClr val="536176"/>
                </a:solidFill>
              </a:defRPr>
            </a:lvl8pPr>
            <a:lvl9pPr algn="r">
              <a:defRPr sz="1050" b="1">
                <a:solidFill>
                  <a:srgbClr val="536176"/>
                </a:solidFill>
              </a:defRPr>
            </a:lvl9pPr>
          </a:lstStyle>
          <a:p xmlns:a="http://schemas.openxmlformats.org/drawingml/2006/main">
            <a:pPr algn="r">
              <a:defRPr sz="1050" b="1">
                <a:solidFill>
                  <a:srgbClr val="536176"/>
                </a:solidFill>
              </a:defRPr>
            </a:pPr>
            <a:r>
              <a:rPr sz="1050" b="1">
                <a:solidFill>
                  <a:srgbClr val="536176"/>
                </a:solidFill>
              </a:rPr>
              <a:t>03</a:t>
            </a:r>
          </a:p>
        </p:txBody>
      </p:sp>
      <p:sp>
        <p:nvSpPr>
          <p:cNvPr id="7" name="">
            <a:extLst xmlns:a="http://schemas.openxmlformats.org/drawingml/2006/main">
              <a:ext uri="{FF2B5EF4-FFF2-40B4-BE49-F238E27FC236}">
                <a16:creationId xmlns:a16="http://schemas.microsoft.com/office/drawing/2014/main" id="{31DA013A-9F93-4272-91FC-F40A6B5D6367}"/>
              </a:ext>
            </a:extLst>
          </p:cNvPr>
          <p:cNvSpPr>
            <a:spLocks xmlns:a="http://schemas.openxmlformats.org/drawingml/2006/main" noGrp="1"/>
          </p:cNvSpPr>
          <p:nvPr/>
        </p:nvSpPr>
        <p:spPr>
          <a:xfrm xmlns:a="http://schemas.openxmlformats.org/drawingml/2006/main">
            <a:off x="628650" y="13144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176"/>
                </a:solidFill>
              </a:defRPr>
            </a:defPPr>
            <a:lvl1pPr algn="l">
              <a:defRPr sz="1425" b="0">
                <a:solidFill>
                  <a:srgbClr val="536176"/>
                </a:solidFill>
              </a:defRPr>
            </a:lvl1pPr>
            <a:lvl2pPr algn="l">
              <a:defRPr sz="1425" b="0">
                <a:solidFill>
                  <a:srgbClr val="536176"/>
                </a:solidFill>
              </a:defRPr>
            </a:lvl2pPr>
            <a:lvl3pPr algn="l">
              <a:defRPr sz="1425" b="0">
                <a:solidFill>
                  <a:srgbClr val="536176"/>
                </a:solidFill>
              </a:defRPr>
            </a:lvl3pPr>
            <a:lvl4pPr algn="l">
              <a:defRPr sz="1425" b="0">
                <a:solidFill>
                  <a:srgbClr val="536176"/>
                </a:solidFill>
              </a:defRPr>
            </a:lvl4pPr>
            <a:lvl5pPr algn="l">
              <a:defRPr sz="1425" b="0">
                <a:solidFill>
                  <a:srgbClr val="536176"/>
                </a:solidFill>
              </a:defRPr>
            </a:lvl5pPr>
            <a:lvl6pPr algn="l">
              <a:defRPr sz="1425" b="0">
                <a:solidFill>
                  <a:srgbClr val="536176"/>
                </a:solidFill>
              </a:defRPr>
            </a:lvl6pPr>
            <a:lvl7pPr algn="l">
              <a:defRPr sz="1425" b="0">
                <a:solidFill>
                  <a:srgbClr val="536176"/>
                </a:solidFill>
              </a:defRPr>
            </a:lvl7pPr>
            <a:lvl8pPr algn="l">
              <a:defRPr sz="1425" b="0">
                <a:solidFill>
                  <a:srgbClr val="536176"/>
                </a:solidFill>
              </a:defRPr>
            </a:lvl8pPr>
            <a:lvl9pPr algn="l">
              <a:defRPr sz="1425" b="0">
                <a:solidFill>
                  <a:srgbClr val="536176"/>
                </a:solidFill>
              </a:defRPr>
            </a:lvl9pPr>
          </a:lstStyle>
          <a:p xmlns:a="http://schemas.openxmlformats.org/drawingml/2006/main">
            <a:pPr algn="l">
              <a:defRPr sz="1425" b="0">
                <a:solidFill>
                  <a:srgbClr val="536176"/>
                </a:solidFill>
              </a:defRPr>
            </a:pPr>
            <a:r>
              <a:rPr sz="1425" b="0">
                <a:solidFill>
                  <a:srgbClr val="536176"/>
                </a:solidFill>
              </a:rPr>
              <a:t>Ejemplo principal: CRUD de productos. Crear, modificar y eliminar requiere autorización administrativa.</a:t>
            </a:r>
          </a:p>
        </p:txBody>
      </p:sp>
      <p:sp>
        <p:nvSpPr>
          <p:cNvPr id="8" name="">
            <a:extLst xmlns:a="http://schemas.openxmlformats.org/drawingml/2006/main">
              <a:ext uri="{FF2B5EF4-FFF2-40B4-BE49-F238E27FC236}">
                <a16:creationId xmlns:a16="http://schemas.microsoft.com/office/drawing/2014/main" id="{6E6C55E8-CB0F-422B-99FB-ADC57DD6C172}"/>
              </a:ext>
            </a:extLst>
          </p:cNvPr>
          <p:cNvSpPr>
            <a:spLocks xmlns:a="http://schemas.openxmlformats.org/drawingml/2006/main" noGrp="1"/>
          </p:cNvSpPr>
          <p:nvPr/>
        </p:nvSpPr>
        <p:spPr>
          <a:xfrm xmlns:a="http://schemas.openxmlformats.org/drawingml/2006/main">
            <a:off x="609600" y="1847850"/>
            <a:ext cx="10972800" cy="428625"/>
          </a:xfrm>
          <a:prstGeom xmlns:a="http://schemas.openxmlformats.org/drawingml/2006/main" prst="roundRect">
            <a:avLst>
              <a:gd name="adj" fmla="val 17778"/>
            </a:avLst>
          </a:prstGeom>
          <a:solidFill xmlns:a="http://schemas.openxmlformats.org/drawingml/2006/main">
            <a:srgbClr val="101A2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BD0CDB0-BA2F-4D10-92E7-5714CA88B508}"/>
              </a:ext>
            </a:extLst>
          </p:cNvPr>
          <p:cNvSpPr>
            <a:spLocks xmlns:a="http://schemas.openxmlformats.org/drawingml/2006/main" noGrp="1"/>
          </p:cNvSpPr>
          <p:nvPr/>
        </p:nvSpPr>
        <p:spPr>
          <a:xfrm xmlns:a="http://schemas.openxmlformats.org/drawingml/2006/main">
            <a:off x="790575" y="191452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FFF9EC"/>
                </a:solidFill>
              </a:defRPr>
            </a:defPPr>
            <a:lvl1pPr algn="l">
              <a:defRPr sz="1050" b="1">
                <a:solidFill>
                  <a:srgbClr val="FFF9EC"/>
                </a:solidFill>
              </a:defRPr>
            </a:lvl1pPr>
            <a:lvl2pPr algn="l">
              <a:defRPr sz="1050" b="1">
                <a:solidFill>
                  <a:srgbClr val="FFF9EC"/>
                </a:solidFill>
              </a:defRPr>
            </a:lvl2pPr>
            <a:lvl3pPr algn="l">
              <a:defRPr sz="1050" b="1">
                <a:solidFill>
                  <a:srgbClr val="FFF9EC"/>
                </a:solidFill>
              </a:defRPr>
            </a:lvl3pPr>
            <a:lvl4pPr algn="l">
              <a:defRPr sz="1050" b="1">
                <a:solidFill>
                  <a:srgbClr val="FFF9EC"/>
                </a:solidFill>
              </a:defRPr>
            </a:lvl4pPr>
            <a:lvl5pPr algn="l">
              <a:defRPr sz="1050" b="1">
                <a:solidFill>
                  <a:srgbClr val="FFF9EC"/>
                </a:solidFill>
              </a:defRPr>
            </a:lvl5pPr>
            <a:lvl6pPr algn="l">
              <a:defRPr sz="1050" b="1">
                <a:solidFill>
                  <a:srgbClr val="FFF9EC"/>
                </a:solidFill>
              </a:defRPr>
            </a:lvl6pPr>
            <a:lvl7pPr algn="l">
              <a:defRPr sz="1050" b="1">
                <a:solidFill>
                  <a:srgbClr val="FFF9EC"/>
                </a:solidFill>
              </a:defRPr>
            </a:lvl7pPr>
            <a:lvl8pPr algn="l">
              <a:defRPr sz="1050" b="1">
                <a:solidFill>
                  <a:srgbClr val="FFF9EC"/>
                </a:solidFill>
              </a:defRPr>
            </a:lvl8pPr>
            <a:lvl9pPr algn="l">
              <a:defRPr sz="1050" b="1">
                <a:solidFill>
                  <a:srgbClr val="FFF9EC"/>
                </a:solidFill>
              </a:defRPr>
            </a:lvl9pPr>
          </a:lstStyle>
          <a:p xmlns:a="http://schemas.openxmlformats.org/drawingml/2006/main">
            <a:pPr algn="l">
              <a:defRPr sz="1050" b="1">
                <a:solidFill>
                  <a:srgbClr val="FFF9EC"/>
                </a:solidFill>
              </a:defRPr>
            </a:pPr>
            <a:r>
              <a:rPr sz="1050" b="1">
                <a:solidFill>
                  <a:srgbClr val="FFF9EC"/>
                </a:solidFill>
              </a:rPr>
              <a:t>MÉTODO</a:t>
            </a:r>
          </a:p>
        </p:txBody>
      </p:sp>
      <p:sp>
        <p:nvSpPr>
          <p:cNvPr id="10" name="">
            <a:extLst xmlns:a="http://schemas.openxmlformats.org/drawingml/2006/main">
              <a:ext uri="{FF2B5EF4-FFF2-40B4-BE49-F238E27FC236}">
                <a16:creationId xmlns:a16="http://schemas.microsoft.com/office/drawing/2014/main" id="{1287FDB0-5C85-466D-A971-47CC2A78CE4B}"/>
              </a:ext>
            </a:extLst>
          </p:cNvPr>
          <p:cNvSpPr>
            <a:spLocks xmlns:a="http://schemas.openxmlformats.org/drawingml/2006/main" noGrp="1"/>
          </p:cNvSpPr>
          <p:nvPr/>
        </p:nvSpPr>
        <p:spPr>
          <a:xfrm xmlns:a="http://schemas.openxmlformats.org/drawingml/2006/main">
            <a:off x="2076450" y="19145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FFF9EC"/>
                </a:solidFill>
              </a:defRPr>
            </a:defPPr>
            <a:lvl1pPr algn="l">
              <a:defRPr sz="1050" b="1">
                <a:solidFill>
                  <a:srgbClr val="FFF9EC"/>
                </a:solidFill>
              </a:defRPr>
            </a:lvl1pPr>
            <a:lvl2pPr algn="l">
              <a:defRPr sz="1050" b="1">
                <a:solidFill>
                  <a:srgbClr val="FFF9EC"/>
                </a:solidFill>
              </a:defRPr>
            </a:lvl2pPr>
            <a:lvl3pPr algn="l">
              <a:defRPr sz="1050" b="1">
                <a:solidFill>
                  <a:srgbClr val="FFF9EC"/>
                </a:solidFill>
              </a:defRPr>
            </a:lvl3pPr>
            <a:lvl4pPr algn="l">
              <a:defRPr sz="1050" b="1">
                <a:solidFill>
                  <a:srgbClr val="FFF9EC"/>
                </a:solidFill>
              </a:defRPr>
            </a:lvl4pPr>
            <a:lvl5pPr algn="l">
              <a:defRPr sz="1050" b="1">
                <a:solidFill>
                  <a:srgbClr val="FFF9EC"/>
                </a:solidFill>
              </a:defRPr>
            </a:lvl5pPr>
            <a:lvl6pPr algn="l">
              <a:defRPr sz="1050" b="1">
                <a:solidFill>
                  <a:srgbClr val="FFF9EC"/>
                </a:solidFill>
              </a:defRPr>
            </a:lvl6pPr>
            <a:lvl7pPr algn="l">
              <a:defRPr sz="1050" b="1">
                <a:solidFill>
                  <a:srgbClr val="FFF9EC"/>
                </a:solidFill>
              </a:defRPr>
            </a:lvl7pPr>
            <a:lvl8pPr algn="l">
              <a:defRPr sz="1050" b="1">
                <a:solidFill>
                  <a:srgbClr val="FFF9EC"/>
                </a:solidFill>
              </a:defRPr>
            </a:lvl8pPr>
            <a:lvl9pPr algn="l">
              <a:defRPr sz="1050" b="1">
                <a:solidFill>
                  <a:srgbClr val="FFF9EC"/>
                </a:solidFill>
              </a:defRPr>
            </a:lvl9pPr>
          </a:lstStyle>
          <a:p xmlns:a="http://schemas.openxmlformats.org/drawingml/2006/main">
            <a:pPr algn="l">
              <a:defRPr sz="1050" b="1">
                <a:solidFill>
                  <a:srgbClr val="FFF9EC"/>
                </a:solidFill>
              </a:defRPr>
            </a:pPr>
            <a:r>
              <a:rPr sz="1050" b="1">
                <a:solidFill>
                  <a:srgbClr val="FFF9EC"/>
                </a:solidFill>
              </a:rPr>
              <a:t>RUTA</a:t>
            </a:r>
          </a:p>
        </p:txBody>
      </p:sp>
      <p:sp>
        <p:nvSpPr>
          <p:cNvPr id="11" name="">
            <a:extLst xmlns:a="http://schemas.openxmlformats.org/drawingml/2006/main">
              <a:ext uri="{FF2B5EF4-FFF2-40B4-BE49-F238E27FC236}">
                <a16:creationId xmlns:a16="http://schemas.microsoft.com/office/drawing/2014/main" id="{6B453AB3-7414-4EA9-9DA9-E46FFEA76409}"/>
              </a:ext>
            </a:extLst>
          </p:cNvPr>
          <p:cNvSpPr>
            <a:spLocks xmlns:a="http://schemas.openxmlformats.org/drawingml/2006/main" noGrp="1"/>
          </p:cNvSpPr>
          <p:nvPr/>
        </p:nvSpPr>
        <p:spPr>
          <a:xfrm xmlns:a="http://schemas.openxmlformats.org/drawingml/2006/main">
            <a:off x="6057900" y="19145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FFF9EC"/>
                </a:solidFill>
              </a:defRPr>
            </a:defPPr>
            <a:lvl1pPr algn="l">
              <a:defRPr sz="1050" b="1">
                <a:solidFill>
                  <a:srgbClr val="FFF9EC"/>
                </a:solidFill>
              </a:defRPr>
            </a:lvl1pPr>
            <a:lvl2pPr algn="l">
              <a:defRPr sz="1050" b="1">
                <a:solidFill>
                  <a:srgbClr val="FFF9EC"/>
                </a:solidFill>
              </a:defRPr>
            </a:lvl2pPr>
            <a:lvl3pPr algn="l">
              <a:defRPr sz="1050" b="1">
                <a:solidFill>
                  <a:srgbClr val="FFF9EC"/>
                </a:solidFill>
              </a:defRPr>
            </a:lvl3pPr>
            <a:lvl4pPr algn="l">
              <a:defRPr sz="1050" b="1">
                <a:solidFill>
                  <a:srgbClr val="FFF9EC"/>
                </a:solidFill>
              </a:defRPr>
            </a:lvl4pPr>
            <a:lvl5pPr algn="l">
              <a:defRPr sz="1050" b="1">
                <a:solidFill>
                  <a:srgbClr val="FFF9EC"/>
                </a:solidFill>
              </a:defRPr>
            </a:lvl5pPr>
            <a:lvl6pPr algn="l">
              <a:defRPr sz="1050" b="1">
                <a:solidFill>
                  <a:srgbClr val="FFF9EC"/>
                </a:solidFill>
              </a:defRPr>
            </a:lvl6pPr>
            <a:lvl7pPr algn="l">
              <a:defRPr sz="1050" b="1">
                <a:solidFill>
                  <a:srgbClr val="FFF9EC"/>
                </a:solidFill>
              </a:defRPr>
            </a:lvl7pPr>
            <a:lvl8pPr algn="l">
              <a:defRPr sz="1050" b="1">
                <a:solidFill>
                  <a:srgbClr val="FFF9EC"/>
                </a:solidFill>
              </a:defRPr>
            </a:lvl8pPr>
            <a:lvl9pPr algn="l">
              <a:defRPr sz="1050" b="1">
                <a:solidFill>
                  <a:srgbClr val="FFF9EC"/>
                </a:solidFill>
              </a:defRPr>
            </a:lvl9pPr>
          </a:lstStyle>
          <a:p xmlns:a="http://schemas.openxmlformats.org/drawingml/2006/main">
            <a:pPr algn="l">
              <a:defRPr sz="1050" b="1">
                <a:solidFill>
                  <a:srgbClr val="FFF9EC"/>
                </a:solidFill>
              </a:defRPr>
            </a:pPr>
            <a:r>
              <a:rPr sz="1050" b="1">
                <a:solidFill>
                  <a:srgbClr val="FFF9EC"/>
                </a:solidFill>
              </a:rPr>
              <a:t>ACCIÓN</a:t>
            </a:r>
          </a:p>
        </p:txBody>
      </p:sp>
      <p:sp>
        <p:nvSpPr>
          <p:cNvPr id="12" name="">
            <a:extLst xmlns:a="http://schemas.openxmlformats.org/drawingml/2006/main">
              <a:ext uri="{FF2B5EF4-FFF2-40B4-BE49-F238E27FC236}">
                <a16:creationId xmlns:a16="http://schemas.microsoft.com/office/drawing/2014/main" id="{826C0224-D448-4E66-B147-8DAAE80EA276}"/>
              </a:ext>
            </a:extLst>
          </p:cNvPr>
          <p:cNvSpPr>
            <a:spLocks xmlns:a="http://schemas.openxmlformats.org/drawingml/2006/main" noGrp="1"/>
          </p:cNvSpPr>
          <p:nvPr/>
        </p:nvSpPr>
        <p:spPr>
          <a:xfrm xmlns:a="http://schemas.openxmlformats.org/drawingml/2006/main">
            <a:off x="9296400" y="19145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FFF9EC"/>
                </a:solidFill>
              </a:defRPr>
            </a:defPPr>
            <a:lvl1pPr algn="l">
              <a:defRPr sz="1050" b="1">
                <a:solidFill>
                  <a:srgbClr val="FFF9EC"/>
                </a:solidFill>
              </a:defRPr>
            </a:lvl1pPr>
            <a:lvl2pPr algn="l">
              <a:defRPr sz="1050" b="1">
                <a:solidFill>
                  <a:srgbClr val="FFF9EC"/>
                </a:solidFill>
              </a:defRPr>
            </a:lvl2pPr>
            <a:lvl3pPr algn="l">
              <a:defRPr sz="1050" b="1">
                <a:solidFill>
                  <a:srgbClr val="FFF9EC"/>
                </a:solidFill>
              </a:defRPr>
            </a:lvl3pPr>
            <a:lvl4pPr algn="l">
              <a:defRPr sz="1050" b="1">
                <a:solidFill>
                  <a:srgbClr val="FFF9EC"/>
                </a:solidFill>
              </a:defRPr>
            </a:lvl4pPr>
            <a:lvl5pPr algn="l">
              <a:defRPr sz="1050" b="1">
                <a:solidFill>
                  <a:srgbClr val="FFF9EC"/>
                </a:solidFill>
              </a:defRPr>
            </a:lvl5pPr>
            <a:lvl6pPr algn="l">
              <a:defRPr sz="1050" b="1">
                <a:solidFill>
                  <a:srgbClr val="FFF9EC"/>
                </a:solidFill>
              </a:defRPr>
            </a:lvl6pPr>
            <a:lvl7pPr algn="l">
              <a:defRPr sz="1050" b="1">
                <a:solidFill>
                  <a:srgbClr val="FFF9EC"/>
                </a:solidFill>
              </a:defRPr>
            </a:lvl7pPr>
            <a:lvl8pPr algn="l">
              <a:defRPr sz="1050" b="1">
                <a:solidFill>
                  <a:srgbClr val="FFF9EC"/>
                </a:solidFill>
              </a:defRPr>
            </a:lvl8pPr>
            <a:lvl9pPr algn="l">
              <a:defRPr sz="1050" b="1">
                <a:solidFill>
                  <a:srgbClr val="FFF9EC"/>
                </a:solidFill>
              </a:defRPr>
            </a:lvl9pPr>
          </a:lstStyle>
          <a:p xmlns:a="http://schemas.openxmlformats.org/drawingml/2006/main">
            <a:pPr algn="l">
              <a:defRPr sz="1050" b="1">
                <a:solidFill>
                  <a:srgbClr val="FFF9EC"/>
                </a:solidFill>
              </a:defRPr>
            </a:pPr>
            <a:r>
              <a:rPr sz="1050" b="1">
                <a:solidFill>
                  <a:srgbClr val="FFF9EC"/>
                </a:solidFill>
              </a:rPr>
              <a:t>RESPUESTA</a:t>
            </a:r>
          </a:p>
        </p:txBody>
      </p:sp>
      <p:sp>
        <p:nvSpPr>
          <p:cNvPr id="13" name="">
            <a:extLst xmlns:a="http://schemas.openxmlformats.org/drawingml/2006/main">
              <a:ext uri="{FF2B5EF4-FFF2-40B4-BE49-F238E27FC236}">
                <a16:creationId xmlns:a16="http://schemas.microsoft.com/office/drawing/2014/main" id="{5559768B-1D11-431C-B704-4C7B5EB23390}"/>
              </a:ext>
            </a:extLst>
          </p:cNvPr>
          <p:cNvSpPr>
            <a:spLocks xmlns:a="http://schemas.openxmlformats.org/drawingml/2006/main" noGrp="1"/>
          </p:cNvSpPr>
          <p:nvPr/>
        </p:nvSpPr>
        <p:spPr>
          <a:xfrm xmlns:a="http://schemas.openxmlformats.org/drawingml/2006/main">
            <a:off x="609600" y="2352675"/>
            <a:ext cx="109728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E7DFD0"/>
            </a:solidFill>
            <a:prstDash val="solid"/>
          </a:ln>
        </p:spPr>
      </p:sp>
      <p:sp>
        <p:nvSpPr>
          <p:cNvPr id="14" name="">
            <a:extLst xmlns:a="http://schemas.openxmlformats.org/drawingml/2006/main">
              <a:ext uri="{FF2B5EF4-FFF2-40B4-BE49-F238E27FC236}">
                <a16:creationId xmlns:a16="http://schemas.microsoft.com/office/drawing/2014/main" id="{25C1B0E9-0E22-495D-A255-A83CD0FB1F84}"/>
              </a:ext>
            </a:extLst>
          </p:cNvPr>
          <p:cNvSpPr>
            <a:spLocks xmlns:a="http://schemas.openxmlformats.org/drawingml/2006/main" noGrp="1"/>
          </p:cNvSpPr>
          <p:nvPr/>
        </p:nvSpPr>
        <p:spPr>
          <a:xfrm xmlns:a="http://schemas.openxmlformats.org/drawingml/2006/main">
            <a:off x="762000" y="2428875"/>
            <a:ext cx="7239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BE49A3-14A1-427C-9461-B20CA6C19797}"/>
              </a:ext>
            </a:extLst>
          </p:cNvPr>
          <p:cNvSpPr>
            <a:spLocks xmlns:a="http://schemas.openxmlformats.org/drawingml/2006/main" noGrp="1"/>
          </p:cNvSpPr>
          <p:nvPr/>
        </p:nvSpPr>
        <p:spPr>
          <a:xfrm xmlns:a="http://schemas.openxmlformats.org/drawingml/2006/main">
            <a:off x="857250" y="2438400"/>
            <a:ext cx="53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4F6F9F"/>
                </a:solidFill>
              </a:defRPr>
            </a:defPPr>
            <a:lvl1pPr algn="ctr">
              <a:defRPr sz="1125" b="1">
                <a:solidFill>
                  <a:srgbClr val="4F6F9F"/>
                </a:solidFill>
              </a:defRPr>
            </a:lvl1pPr>
            <a:lvl2pPr algn="ctr">
              <a:defRPr sz="1125" b="1">
                <a:solidFill>
                  <a:srgbClr val="4F6F9F"/>
                </a:solidFill>
              </a:defRPr>
            </a:lvl2pPr>
            <a:lvl3pPr algn="ctr">
              <a:defRPr sz="1125" b="1">
                <a:solidFill>
                  <a:srgbClr val="4F6F9F"/>
                </a:solidFill>
              </a:defRPr>
            </a:lvl3pPr>
            <a:lvl4pPr algn="ctr">
              <a:defRPr sz="1125" b="1">
                <a:solidFill>
                  <a:srgbClr val="4F6F9F"/>
                </a:solidFill>
              </a:defRPr>
            </a:lvl4pPr>
            <a:lvl5pPr algn="ctr">
              <a:defRPr sz="1125" b="1">
                <a:solidFill>
                  <a:srgbClr val="4F6F9F"/>
                </a:solidFill>
              </a:defRPr>
            </a:lvl5pPr>
            <a:lvl6pPr algn="ctr">
              <a:defRPr sz="1125" b="1">
                <a:solidFill>
                  <a:srgbClr val="4F6F9F"/>
                </a:solidFill>
              </a:defRPr>
            </a:lvl6pPr>
            <a:lvl7pPr algn="ctr">
              <a:defRPr sz="1125" b="1">
                <a:solidFill>
                  <a:srgbClr val="4F6F9F"/>
                </a:solidFill>
              </a:defRPr>
            </a:lvl7pPr>
            <a:lvl8pPr algn="ctr">
              <a:defRPr sz="1125" b="1">
                <a:solidFill>
                  <a:srgbClr val="4F6F9F"/>
                </a:solidFill>
              </a:defRPr>
            </a:lvl8pPr>
            <a:lvl9pPr algn="ctr">
              <a:defRPr sz="1125" b="1">
                <a:solidFill>
                  <a:srgbClr val="4F6F9F"/>
                </a:solidFill>
              </a:defRPr>
            </a:lvl9pPr>
          </a:lstStyle>
          <a:p xmlns:a="http://schemas.openxmlformats.org/drawingml/2006/main">
            <a:pPr algn="ctr">
              <a:defRPr sz="1125" b="1">
                <a:solidFill>
                  <a:srgbClr val="4F6F9F"/>
                </a:solidFill>
              </a:defRPr>
            </a:pPr>
            <a:r>
              <a:rPr sz="1125" b="1">
                <a:solidFill>
                  <a:srgbClr val="4F6F9F"/>
                </a:solidFill>
              </a:rPr>
              <a:t>GET</a:t>
            </a:r>
          </a:p>
        </p:txBody>
      </p:sp>
      <p:sp>
        <p:nvSpPr>
          <p:cNvPr id="16" name="">
            <a:extLst xmlns:a="http://schemas.openxmlformats.org/drawingml/2006/main">
              <a:ext uri="{FF2B5EF4-FFF2-40B4-BE49-F238E27FC236}">
                <a16:creationId xmlns:a16="http://schemas.microsoft.com/office/drawing/2014/main" id="{9073B06C-8F7F-4607-B0B3-CC7E5AA9516E}"/>
              </a:ext>
            </a:extLst>
          </p:cNvPr>
          <p:cNvSpPr>
            <a:spLocks xmlns:a="http://schemas.openxmlformats.org/drawingml/2006/main" noGrp="1"/>
          </p:cNvSpPr>
          <p:nvPr/>
        </p:nvSpPr>
        <p:spPr>
          <a:xfrm xmlns:a="http://schemas.openxmlformats.org/drawingml/2006/main">
            <a:off x="2076450" y="2419350"/>
            <a:ext cx="3762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2033"/>
                </a:solidFill>
              </a:defRPr>
            </a:defPPr>
            <a:lvl1pPr algn="l">
              <a:defRPr sz="1275" b="1">
                <a:solidFill>
                  <a:srgbClr val="172033"/>
                </a:solidFill>
              </a:defRPr>
            </a:lvl1pPr>
            <a:lvl2pPr algn="l">
              <a:defRPr sz="1275" b="1">
                <a:solidFill>
                  <a:srgbClr val="172033"/>
                </a:solidFill>
              </a:defRPr>
            </a:lvl2pPr>
            <a:lvl3pPr algn="l">
              <a:defRPr sz="1275" b="1">
                <a:solidFill>
                  <a:srgbClr val="172033"/>
                </a:solidFill>
              </a:defRPr>
            </a:lvl3pPr>
            <a:lvl4pPr algn="l">
              <a:defRPr sz="1275" b="1">
                <a:solidFill>
                  <a:srgbClr val="172033"/>
                </a:solidFill>
              </a:defRPr>
            </a:lvl4pPr>
            <a:lvl5pPr algn="l">
              <a:defRPr sz="1275" b="1">
                <a:solidFill>
                  <a:srgbClr val="172033"/>
                </a:solidFill>
              </a:defRPr>
            </a:lvl5pPr>
            <a:lvl6pPr algn="l">
              <a:defRPr sz="1275" b="1">
                <a:solidFill>
                  <a:srgbClr val="172033"/>
                </a:solidFill>
              </a:defRPr>
            </a:lvl6pPr>
            <a:lvl7pPr algn="l">
              <a:defRPr sz="1275" b="1">
                <a:solidFill>
                  <a:srgbClr val="172033"/>
                </a:solidFill>
              </a:defRPr>
            </a:lvl7pPr>
            <a:lvl8pPr algn="l">
              <a:defRPr sz="1275" b="1">
                <a:solidFill>
                  <a:srgbClr val="172033"/>
                </a:solidFill>
              </a:defRPr>
            </a:lvl8pPr>
            <a:lvl9pPr algn="l">
              <a:defRPr sz="1275" b="1">
                <a:solidFill>
                  <a:srgbClr val="172033"/>
                </a:solidFill>
              </a:defRPr>
            </a:lvl9pPr>
          </a:lstStyle>
          <a:p xmlns:a="http://schemas.openxmlformats.org/drawingml/2006/main">
            <a:pPr algn="l">
              <a:defRPr sz="1275" b="1">
                <a:solidFill>
                  <a:srgbClr val="172033"/>
                </a:solidFill>
              </a:defRPr>
            </a:pPr>
            <a:r>
              <a:rPr sz="1275" b="1">
                <a:solidFill>
                  <a:srgbClr val="172033"/>
                </a:solidFill>
              </a:rPr>
              <a:t>/api/productos</a:t>
            </a:r>
          </a:p>
        </p:txBody>
      </p:sp>
      <p:sp>
        <p:nvSpPr>
          <p:cNvPr id="17" name="">
            <a:extLst xmlns:a="http://schemas.openxmlformats.org/drawingml/2006/main">
              <a:ext uri="{FF2B5EF4-FFF2-40B4-BE49-F238E27FC236}">
                <a16:creationId xmlns:a16="http://schemas.microsoft.com/office/drawing/2014/main" id="{622336D8-712C-4777-A578-809A15452A37}"/>
              </a:ext>
            </a:extLst>
          </p:cNvPr>
          <p:cNvSpPr>
            <a:spLocks xmlns:a="http://schemas.openxmlformats.org/drawingml/2006/main" noGrp="1"/>
          </p:cNvSpPr>
          <p:nvPr/>
        </p:nvSpPr>
        <p:spPr>
          <a:xfrm xmlns:a="http://schemas.openxmlformats.org/drawingml/2006/main">
            <a:off x="6057900" y="24193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Consultar catálogo</a:t>
            </a:r>
          </a:p>
        </p:txBody>
      </p:sp>
      <p:sp>
        <p:nvSpPr>
          <p:cNvPr id="18" name="">
            <a:extLst xmlns:a="http://schemas.openxmlformats.org/drawingml/2006/main">
              <a:ext uri="{FF2B5EF4-FFF2-40B4-BE49-F238E27FC236}">
                <a16:creationId xmlns:a16="http://schemas.microsoft.com/office/drawing/2014/main" id="{DD9890B5-87A6-4D8A-A406-D096A1DE7D19}"/>
              </a:ext>
            </a:extLst>
          </p:cNvPr>
          <p:cNvSpPr>
            <a:spLocks xmlns:a="http://schemas.openxmlformats.org/drawingml/2006/main" noGrp="1"/>
          </p:cNvSpPr>
          <p:nvPr/>
        </p:nvSpPr>
        <p:spPr>
          <a:xfrm xmlns:a="http://schemas.openxmlformats.org/drawingml/2006/main">
            <a:off x="9296400" y="24193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176"/>
                </a:solidFill>
              </a:defRPr>
            </a:defPPr>
            <a:lvl1pPr algn="l">
              <a:defRPr sz="1125" b="1">
                <a:solidFill>
                  <a:srgbClr val="536176"/>
                </a:solidFill>
              </a:defRPr>
            </a:lvl1pPr>
            <a:lvl2pPr algn="l">
              <a:defRPr sz="1125" b="1">
                <a:solidFill>
                  <a:srgbClr val="536176"/>
                </a:solidFill>
              </a:defRPr>
            </a:lvl2pPr>
            <a:lvl3pPr algn="l">
              <a:defRPr sz="1125" b="1">
                <a:solidFill>
                  <a:srgbClr val="536176"/>
                </a:solidFill>
              </a:defRPr>
            </a:lvl3pPr>
            <a:lvl4pPr algn="l">
              <a:defRPr sz="1125" b="1">
                <a:solidFill>
                  <a:srgbClr val="536176"/>
                </a:solidFill>
              </a:defRPr>
            </a:lvl4pPr>
            <a:lvl5pPr algn="l">
              <a:defRPr sz="1125" b="1">
                <a:solidFill>
                  <a:srgbClr val="536176"/>
                </a:solidFill>
              </a:defRPr>
            </a:lvl5pPr>
            <a:lvl6pPr algn="l">
              <a:defRPr sz="1125" b="1">
                <a:solidFill>
                  <a:srgbClr val="536176"/>
                </a:solidFill>
              </a:defRPr>
            </a:lvl6pPr>
            <a:lvl7pPr algn="l">
              <a:defRPr sz="1125" b="1">
                <a:solidFill>
                  <a:srgbClr val="536176"/>
                </a:solidFill>
              </a:defRPr>
            </a:lvl7pPr>
            <a:lvl8pPr algn="l">
              <a:defRPr sz="1125" b="1">
                <a:solidFill>
                  <a:srgbClr val="536176"/>
                </a:solidFill>
              </a:defRPr>
            </a:lvl8pPr>
            <a:lvl9pPr algn="l">
              <a:defRPr sz="1125" b="1">
                <a:solidFill>
                  <a:srgbClr val="536176"/>
                </a:solidFill>
              </a:defRPr>
            </a:lvl9pPr>
          </a:lstStyle>
          <a:p xmlns:a="http://schemas.openxmlformats.org/drawingml/2006/main">
            <a:pPr algn="l">
              <a:defRPr sz="1125" b="1">
                <a:solidFill>
                  <a:srgbClr val="536176"/>
                </a:solidFill>
              </a:defRPr>
            </a:pPr>
            <a:r>
              <a:rPr sz="1125" b="1">
                <a:solidFill>
                  <a:srgbClr val="536176"/>
                </a:solidFill>
              </a:rPr>
              <a:t>200 · lista</a:t>
            </a:r>
          </a:p>
        </p:txBody>
      </p:sp>
      <p:sp>
        <p:nvSpPr>
          <p:cNvPr id="19" name="">
            <a:extLst xmlns:a="http://schemas.openxmlformats.org/drawingml/2006/main">
              <a:ext uri="{FF2B5EF4-FFF2-40B4-BE49-F238E27FC236}">
                <a16:creationId xmlns:a16="http://schemas.microsoft.com/office/drawing/2014/main" id="{96F600D9-610C-40CD-B75A-DEF63FA92D96}"/>
              </a:ext>
            </a:extLst>
          </p:cNvPr>
          <p:cNvSpPr>
            <a:spLocks xmlns:a="http://schemas.openxmlformats.org/drawingml/2006/main" noGrp="1"/>
          </p:cNvSpPr>
          <p:nvPr/>
        </p:nvSpPr>
        <p:spPr>
          <a:xfrm xmlns:a="http://schemas.openxmlformats.org/drawingml/2006/main">
            <a:off x="609600" y="2905125"/>
            <a:ext cx="109728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E7DFD0"/>
            </a:solidFill>
            <a:prstDash val="solid"/>
          </a:ln>
        </p:spPr>
      </p:sp>
      <p:sp>
        <p:nvSpPr>
          <p:cNvPr id="20" name="">
            <a:extLst xmlns:a="http://schemas.openxmlformats.org/drawingml/2006/main">
              <a:ext uri="{FF2B5EF4-FFF2-40B4-BE49-F238E27FC236}">
                <a16:creationId xmlns:a16="http://schemas.microsoft.com/office/drawing/2014/main" id="{3A106441-E404-4A81-A763-2500EFECD5F1}"/>
              </a:ext>
            </a:extLst>
          </p:cNvPr>
          <p:cNvSpPr>
            <a:spLocks xmlns:a="http://schemas.openxmlformats.org/drawingml/2006/main" noGrp="1"/>
          </p:cNvSpPr>
          <p:nvPr/>
        </p:nvSpPr>
        <p:spPr>
          <a:xfrm xmlns:a="http://schemas.openxmlformats.org/drawingml/2006/main">
            <a:off x="762000" y="2981325"/>
            <a:ext cx="7239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D4AA316-A5E5-4CC2-BE8F-17787B878E7F}"/>
              </a:ext>
            </a:extLst>
          </p:cNvPr>
          <p:cNvSpPr>
            <a:spLocks xmlns:a="http://schemas.openxmlformats.org/drawingml/2006/main" noGrp="1"/>
          </p:cNvSpPr>
          <p:nvPr/>
        </p:nvSpPr>
        <p:spPr>
          <a:xfrm xmlns:a="http://schemas.openxmlformats.org/drawingml/2006/main">
            <a:off x="857250" y="2990850"/>
            <a:ext cx="53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4F6F9F"/>
                </a:solidFill>
              </a:defRPr>
            </a:defPPr>
            <a:lvl1pPr algn="ctr">
              <a:defRPr sz="1125" b="1">
                <a:solidFill>
                  <a:srgbClr val="4F6F9F"/>
                </a:solidFill>
              </a:defRPr>
            </a:lvl1pPr>
            <a:lvl2pPr algn="ctr">
              <a:defRPr sz="1125" b="1">
                <a:solidFill>
                  <a:srgbClr val="4F6F9F"/>
                </a:solidFill>
              </a:defRPr>
            </a:lvl2pPr>
            <a:lvl3pPr algn="ctr">
              <a:defRPr sz="1125" b="1">
                <a:solidFill>
                  <a:srgbClr val="4F6F9F"/>
                </a:solidFill>
              </a:defRPr>
            </a:lvl3pPr>
            <a:lvl4pPr algn="ctr">
              <a:defRPr sz="1125" b="1">
                <a:solidFill>
                  <a:srgbClr val="4F6F9F"/>
                </a:solidFill>
              </a:defRPr>
            </a:lvl4pPr>
            <a:lvl5pPr algn="ctr">
              <a:defRPr sz="1125" b="1">
                <a:solidFill>
                  <a:srgbClr val="4F6F9F"/>
                </a:solidFill>
              </a:defRPr>
            </a:lvl5pPr>
            <a:lvl6pPr algn="ctr">
              <a:defRPr sz="1125" b="1">
                <a:solidFill>
                  <a:srgbClr val="4F6F9F"/>
                </a:solidFill>
              </a:defRPr>
            </a:lvl6pPr>
            <a:lvl7pPr algn="ctr">
              <a:defRPr sz="1125" b="1">
                <a:solidFill>
                  <a:srgbClr val="4F6F9F"/>
                </a:solidFill>
              </a:defRPr>
            </a:lvl7pPr>
            <a:lvl8pPr algn="ctr">
              <a:defRPr sz="1125" b="1">
                <a:solidFill>
                  <a:srgbClr val="4F6F9F"/>
                </a:solidFill>
              </a:defRPr>
            </a:lvl8pPr>
            <a:lvl9pPr algn="ctr">
              <a:defRPr sz="1125" b="1">
                <a:solidFill>
                  <a:srgbClr val="4F6F9F"/>
                </a:solidFill>
              </a:defRPr>
            </a:lvl9pPr>
          </a:lstStyle>
          <a:p xmlns:a="http://schemas.openxmlformats.org/drawingml/2006/main">
            <a:pPr algn="ctr">
              <a:defRPr sz="1125" b="1">
                <a:solidFill>
                  <a:srgbClr val="4F6F9F"/>
                </a:solidFill>
              </a:defRPr>
            </a:pPr>
            <a:r>
              <a:rPr sz="1125" b="1">
                <a:solidFill>
                  <a:srgbClr val="4F6F9F"/>
                </a:solidFill>
              </a:rPr>
              <a:t>GET</a:t>
            </a:r>
          </a:p>
        </p:txBody>
      </p:sp>
      <p:sp>
        <p:nvSpPr>
          <p:cNvPr id="22" name="">
            <a:extLst xmlns:a="http://schemas.openxmlformats.org/drawingml/2006/main">
              <a:ext uri="{FF2B5EF4-FFF2-40B4-BE49-F238E27FC236}">
                <a16:creationId xmlns:a16="http://schemas.microsoft.com/office/drawing/2014/main" id="{14250BA8-4659-497E-B4AD-486A1CD5AD07}"/>
              </a:ext>
            </a:extLst>
          </p:cNvPr>
          <p:cNvSpPr>
            <a:spLocks xmlns:a="http://schemas.openxmlformats.org/drawingml/2006/main" noGrp="1"/>
          </p:cNvSpPr>
          <p:nvPr/>
        </p:nvSpPr>
        <p:spPr>
          <a:xfrm xmlns:a="http://schemas.openxmlformats.org/drawingml/2006/main">
            <a:off x="2076450" y="2971800"/>
            <a:ext cx="3762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2033"/>
                </a:solidFill>
              </a:defRPr>
            </a:defPPr>
            <a:lvl1pPr algn="l">
              <a:defRPr sz="1275" b="1">
                <a:solidFill>
                  <a:srgbClr val="172033"/>
                </a:solidFill>
              </a:defRPr>
            </a:lvl1pPr>
            <a:lvl2pPr algn="l">
              <a:defRPr sz="1275" b="1">
                <a:solidFill>
                  <a:srgbClr val="172033"/>
                </a:solidFill>
              </a:defRPr>
            </a:lvl2pPr>
            <a:lvl3pPr algn="l">
              <a:defRPr sz="1275" b="1">
                <a:solidFill>
                  <a:srgbClr val="172033"/>
                </a:solidFill>
              </a:defRPr>
            </a:lvl3pPr>
            <a:lvl4pPr algn="l">
              <a:defRPr sz="1275" b="1">
                <a:solidFill>
                  <a:srgbClr val="172033"/>
                </a:solidFill>
              </a:defRPr>
            </a:lvl4pPr>
            <a:lvl5pPr algn="l">
              <a:defRPr sz="1275" b="1">
                <a:solidFill>
                  <a:srgbClr val="172033"/>
                </a:solidFill>
              </a:defRPr>
            </a:lvl5pPr>
            <a:lvl6pPr algn="l">
              <a:defRPr sz="1275" b="1">
                <a:solidFill>
                  <a:srgbClr val="172033"/>
                </a:solidFill>
              </a:defRPr>
            </a:lvl6pPr>
            <a:lvl7pPr algn="l">
              <a:defRPr sz="1275" b="1">
                <a:solidFill>
                  <a:srgbClr val="172033"/>
                </a:solidFill>
              </a:defRPr>
            </a:lvl7pPr>
            <a:lvl8pPr algn="l">
              <a:defRPr sz="1275" b="1">
                <a:solidFill>
                  <a:srgbClr val="172033"/>
                </a:solidFill>
              </a:defRPr>
            </a:lvl8pPr>
            <a:lvl9pPr algn="l">
              <a:defRPr sz="1275" b="1">
                <a:solidFill>
                  <a:srgbClr val="172033"/>
                </a:solidFill>
              </a:defRPr>
            </a:lvl9pPr>
          </a:lstStyle>
          <a:p xmlns:a="http://schemas.openxmlformats.org/drawingml/2006/main">
            <a:pPr algn="l">
              <a:defRPr sz="1275" b="1">
                <a:solidFill>
                  <a:srgbClr val="172033"/>
                </a:solidFill>
              </a:defRPr>
            </a:pPr>
            <a:r>
              <a:rPr sz="1275" b="1">
                <a:solidFill>
                  <a:srgbClr val="172033"/>
                </a:solidFill>
              </a:rPr>
              <a:t>/api/productos/{id}</a:t>
            </a:r>
          </a:p>
        </p:txBody>
      </p:sp>
      <p:sp>
        <p:nvSpPr>
          <p:cNvPr id="23" name="">
            <a:extLst xmlns:a="http://schemas.openxmlformats.org/drawingml/2006/main">
              <a:ext uri="{FF2B5EF4-FFF2-40B4-BE49-F238E27FC236}">
                <a16:creationId xmlns:a16="http://schemas.microsoft.com/office/drawing/2014/main" id="{659B626B-AC45-4E5A-B009-CE19F5A08301}"/>
              </a:ext>
            </a:extLst>
          </p:cNvPr>
          <p:cNvSpPr>
            <a:spLocks xmlns:a="http://schemas.openxmlformats.org/drawingml/2006/main" noGrp="1"/>
          </p:cNvSpPr>
          <p:nvPr/>
        </p:nvSpPr>
        <p:spPr>
          <a:xfrm xmlns:a="http://schemas.openxmlformats.org/drawingml/2006/main">
            <a:off x="6057900" y="29718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Consultar un producto</a:t>
            </a:r>
          </a:p>
        </p:txBody>
      </p:sp>
      <p:sp>
        <p:nvSpPr>
          <p:cNvPr id="24" name="">
            <a:extLst xmlns:a="http://schemas.openxmlformats.org/drawingml/2006/main">
              <a:ext uri="{FF2B5EF4-FFF2-40B4-BE49-F238E27FC236}">
                <a16:creationId xmlns:a16="http://schemas.microsoft.com/office/drawing/2014/main" id="{5F8C3C23-EDD4-403C-979B-2F061048C8D5}"/>
              </a:ext>
            </a:extLst>
          </p:cNvPr>
          <p:cNvSpPr>
            <a:spLocks xmlns:a="http://schemas.openxmlformats.org/drawingml/2006/main" noGrp="1"/>
          </p:cNvSpPr>
          <p:nvPr/>
        </p:nvSpPr>
        <p:spPr>
          <a:xfrm xmlns:a="http://schemas.openxmlformats.org/drawingml/2006/main">
            <a:off x="9296400" y="29718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176"/>
                </a:solidFill>
              </a:defRPr>
            </a:defPPr>
            <a:lvl1pPr algn="l">
              <a:defRPr sz="1125" b="1">
                <a:solidFill>
                  <a:srgbClr val="536176"/>
                </a:solidFill>
              </a:defRPr>
            </a:lvl1pPr>
            <a:lvl2pPr algn="l">
              <a:defRPr sz="1125" b="1">
                <a:solidFill>
                  <a:srgbClr val="536176"/>
                </a:solidFill>
              </a:defRPr>
            </a:lvl2pPr>
            <a:lvl3pPr algn="l">
              <a:defRPr sz="1125" b="1">
                <a:solidFill>
                  <a:srgbClr val="536176"/>
                </a:solidFill>
              </a:defRPr>
            </a:lvl3pPr>
            <a:lvl4pPr algn="l">
              <a:defRPr sz="1125" b="1">
                <a:solidFill>
                  <a:srgbClr val="536176"/>
                </a:solidFill>
              </a:defRPr>
            </a:lvl4pPr>
            <a:lvl5pPr algn="l">
              <a:defRPr sz="1125" b="1">
                <a:solidFill>
                  <a:srgbClr val="536176"/>
                </a:solidFill>
              </a:defRPr>
            </a:lvl5pPr>
            <a:lvl6pPr algn="l">
              <a:defRPr sz="1125" b="1">
                <a:solidFill>
                  <a:srgbClr val="536176"/>
                </a:solidFill>
              </a:defRPr>
            </a:lvl6pPr>
            <a:lvl7pPr algn="l">
              <a:defRPr sz="1125" b="1">
                <a:solidFill>
                  <a:srgbClr val="536176"/>
                </a:solidFill>
              </a:defRPr>
            </a:lvl7pPr>
            <a:lvl8pPr algn="l">
              <a:defRPr sz="1125" b="1">
                <a:solidFill>
                  <a:srgbClr val="536176"/>
                </a:solidFill>
              </a:defRPr>
            </a:lvl8pPr>
            <a:lvl9pPr algn="l">
              <a:defRPr sz="1125" b="1">
                <a:solidFill>
                  <a:srgbClr val="536176"/>
                </a:solidFill>
              </a:defRPr>
            </a:lvl9pPr>
          </a:lstStyle>
          <a:p xmlns:a="http://schemas.openxmlformats.org/drawingml/2006/main">
            <a:pPr algn="l">
              <a:defRPr sz="1125" b="1">
                <a:solidFill>
                  <a:srgbClr val="536176"/>
                </a:solidFill>
              </a:defRPr>
            </a:pPr>
            <a:r>
              <a:rPr sz="1125" b="1">
                <a:solidFill>
                  <a:srgbClr val="536176"/>
                </a:solidFill>
              </a:rPr>
              <a:t>200 / 404</a:t>
            </a:r>
          </a:p>
        </p:txBody>
      </p:sp>
      <p:sp>
        <p:nvSpPr>
          <p:cNvPr id="25" name="">
            <a:extLst xmlns:a="http://schemas.openxmlformats.org/drawingml/2006/main">
              <a:ext uri="{FF2B5EF4-FFF2-40B4-BE49-F238E27FC236}">
                <a16:creationId xmlns:a16="http://schemas.microsoft.com/office/drawing/2014/main" id="{F060BD0A-C4F9-4A6E-B65C-629B6F157611}"/>
              </a:ext>
            </a:extLst>
          </p:cNvPr>
          <p:cNvSpPr>
            <a:spLocks xmlns:a="http://schemas.openxmlformats.org/drawingml/2006/main" noGrp="1"/>
          </p:cNvSpPr>
          <p:nvPr/>
        </p:nvSpPr>
        <p:spPr>
          <a:xfrm xmlns:a="http://schemas.openxmlformats.org/drawingml/2006/main">
            <a:off x="609600" y="3457575"/>
            <a:ext cx="109728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E7DFD0"/>
            </a:solidFill>
            <a:prstDash val="solid"/>
          </a:ln>
        </p:spPr>
      </p:sp>
      <p:sp>
        <p:nvSpPr>
          <p:cNvPr id="26" name="">
            <a:extLst xmlns:a="http://schemas.openxmlformats.org/drawingml/2006/main">
              <a:ext uri="{FF2B5EF4-FFF2-40B4-BE49-F238E27FC236}">
                <a16:creationId xmlns:a16="http://schemas.microsoft.com/office/drawing/2014/main" id="{C7FC4D8A-B5BB-43E7-941A-D994FB8CE926}"/>
              </a:ext>
            </a:extLst>
          </p:cNvPr>
          <p:cNvSpPr>
            <a:spLocks xmlns:a="http://schemas.openxmlformats.org/drawingml/2006/main" noGrp="1"/>
          </p:cNvSpPr>
          <p:nvPr/>
        </p:nvSpPr>
        <p:spPr>
          <a:xfrm xmlns:a="http://schemas.openxmlformats.org/drawingml/2006/main">
            <a:off x="762000" y="3533775"/>
            <a:ext cx="7239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608855-B8C0-419E-B9A9-F10D85B20A09}"/>
              </a:ext>
            </a:extLst>
          </p:cNvPr>
          <p:cNvSpPr>
            <a:spLocks xmlns:a="http://schemas.openxmlformats.org/drawingml/2006/main" noGrp="1"/>
          </p:cNvSpPr>
          <p:nvPr/>
        </p:nvSpPr>
        <p:spPr>
          <a:xfrm xmlns:a="http://schemas.openxmlformats.org/drawingml/2006/main">
            <a:off x="857250" y="3543300"/>
            <a:ext cx="53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2F7A58"/>
                </a:solidFill>
              </a:defRPr>
            </a:defPPr>
            <a:lvl1pPr algn="ctr">
              <a:defRPr sz="1125" b="1">
                <a:solidFill>
                  <a:srgbClr val="2F7A58"/>
                </a:solidFill>
              </a:defRPr>
            </a:lvl1pPr>
            <a:lvl2pPr algn="ctr">
              <a:defRPr sz="1125" b="1">
                <a:solidFill>
                  <a:srgbClr val="2F7A58"/>
                </a:solidFill>
              </a:defRPr>
            </a:lvl2pPr>
            <a:lvl3pPr algn="ctr">
              <a:defRPr sz="1125" b="1">
                <a:solidFill>
                  <a:srgbClr val="2F7A58"/>
                </a:solidFill>
              </a:defRPr>
            </a:lvl3pPr>
            <a:lvl4pPr algn="ctr">
              <a:defRPr sz="1125" b="1">
                <a:solidFill>
                  <a:srgbClr val="2F7A58"/>
                </a:solidFill>
              </a:defRPr>
            </a:lvl4pPr>
            <a:lvl5pPr algn="ctr">
              <a:defRPr sz="1125" b="1">
                <a:solidFill>
                  <a:srgbClr val="2F7A58"/>
                </a:solidFill>
              </a:defRPr>
            </a:lvl5pPr>
            <a:lvl6pPr algn="ctr">
              <a:defRPr sz="1125" b="1">
                <a:solidFill>
                  <a:srgbClr val="2F7A58"/>
                </a:solidFill>
              </a:defRPr>
            </a:lvl6pPr>
            <a:lvl7pPr algn="ctr">
              <a:defRPr sz="1125" b="1">
                <a:solidFill>
                  <a:srgbClr val="2F7A58"/>
                </a:solidFill>
              </a:defRPr>
            </a:lvl7pPr>
            <a:lvl8pPr algn="ctr">
              <a:defRPr sz="1125" b="1">
                <a:solidFill>
                  <a:srgbClr val="2F7A58"/>
                </a:solidFill>
              </a:defRPr>
            </a:lvl8pPr>
            <a:lvl9pPr algn="ctr">
              <a:defRPr sz="1125" b="1">
                <a:solidFill>
                  <a:srgbClr val="2F7A58"/>
                </a:solidFill>
              </a:defRPr>
            </a:lvl9pPr>
          </a:lstStyle>
          <a:p xmlns:a="http://schemas.openxmlformats.org/drawingml/2006/main">
            <a:pPr algn="ctr">
              <a:defRPr sz="1125" b="1">
                <a:solidFill>
                  <a:srgbClr val="2F7A58"/>
                </a:solidFill>
              </a:defRPr>
            </a:pPr>
            <a:r>
              <a:rPr sz="1125" b="1">
                <a:solidFill>
                  <a:srgbClr val="2F7A58"/>
                </a:solidFill>
              </a:rPr>
              <a:t>POST</a:t>
            </a:r>
          </a:p>
        </p:txBody>
      </p:sp>
      <p:sp>
        <p:nvSpPr>
          <p:cNvPr id="28" name="">
            <a:extLst xmlns:a="http://schemas.openxmlformats.org/drawingml/2006/main">
              <a:ext uri="{FF2B5EF4-FFF2-40B4-BE49-F238E27FC236}">
                <a16:creationId xmlns:a16="http://schemas.microsoft.com/office/drawing/2014/main" id="{1FA86758-71CE-4F82-B322-E9D73FD8CCBB}"/>
              </a:ext>
            </a:extLst>
          </p:cNvPr>
          <p:cNvSpPr>
            <a:spLocks xmlns:a="http://schemas.openxmlformats.org/drawingml/2006/main" noGrp="1"/>
          </p:cNvSpPr>
          <p:nvPr/>
        </p:nvSpPr>
        <p:spPr>
          <a:xfrm xmlns:a="http://schemas.openxmlformats.org/drawingml/2006/main">
            <a:off x="2076450" y="3524250"/>
            <a:ext cx="3762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2033"/>
                </a:solidFill>
              </a:defRPr>
            </a:defPPr>
            <a:lvl1pPr algn="l">
              <a:defRPr sz="1275" b="1">
                <a:solidFill>
                  <a:srgbClr val="172033"/>
                </a:solidFill>
              </a:defRPr>
            </a:lvl1pPr>
            <a:lvl2pPr algn="l">
              <a:defRPr sz="1275" b="1">
                <a:solidFill>
                  <a:srgbClr val="172033"/>
                </a:solidFill>
              </a:defRPr>
            </a:lvl2pPr>
            <a:lvl3pPr algn="l">
              <a:defRPr sz="1275" b="1">
                <a:solidFill>
                  <a:srgbClr val="172033"/>
                </a:solidFill>
              </a:defRPr>
            </a:lvl3pPr>
            <a:lvl4pPr algn="l">
              <a:defRPr sz="1275" b="1">
                <a:solidFill>
                  <a:srgbClr val="172033"/>
                </a:solidFill>
              </a:defRPr>
            </a:lvl4pPr>
            <a:lvl5pPr algn="l">
              <a:defRPr sz="1275" b="1">
                <a:solidFill>
                  <a:srgbClr val="172033"/>
                </a:solidFill>
              </a:defRPr>
            </a:lvl5pPr>
            <a:lvl6pPr algn="l">
              <a:defRPr sz="1275" b="1">
                <a:solidFill>
                  <a:srgbClr val="172033"/>
                </a:solidFill>
              </a:defRPr>
            </a:lvl6pPr>
            <a:lvl7pPr algn="l">
              <a:defRPr sz="1275" b="1">
                <a:solidFill>
                  <a:srgbClr val="172033"/>
                </a:solidFill>
              </a:defRPr>
            </a:lvl7pPr>
            <a:lvl8pPr algn="l">
              <a:defRPr sz="1275" b="1">
                <a:solidFill>
                  <a:srgbClr val="172033"/>
                </a:solidFill>
              </a:defRPr>
            </a:lvl8pPr>
            <a:lvl9pPr algn="l">
              <a:defRPr sz="1275" b="1">
                <a:solidFill>
                  <a:srgbClr val="172033"/>
                </a:solidFill>
              </a:defRPr>
            </a:lvl9pPr>
          </a:lstStyle>
          <a:p xmlns:a="http://schemas.openxmlformats.org/drawingml/2006/main">
            <a:pPr algn="l">
              <a:defRPr sz="1275" b="1">
                <a:solidFill>
                  <a:srgbClr val="172033"/>
                </a:solidFill>
              </a:defRPr>
            </a:pPr>
            <a:r>
              <a:rPr sz="1275" b="1">
                <a:solidFill>
                  <a:srgbClr val="172033"/>
                </a:solidFill>
              </a:rPr>
              <a:t>/api/productos</a:t>
            </a:r>
          </a:p>
        </p:txBody>
      </p:sp>
      <p:sp>
        <p:nvSpPr>
          <p:cNvPr id="29" name="">
            <a:extLst xmlns:a="http://schemas.openxmlformats.org/drawingml/2006/main">
              <a:ext uri="{FF2B5EF4-FFF2-40B4-BE49-F238E27FC236}">
                <a16:creationId xmlns:a16="http://schemas.microsoft.com/office/drawing/2014/main" id="{0FD1BBA3-3B25-48E9-901F-4A2595F779D4}"/>
              </a:ext>
            </a:extLst>
          </p:cNvPr>
          <p:cNvSpPr>
            <a:spLocks xmlns:a="http://schemas.openxmlformats.org/drawingml/2006/main" noGrp="1"/>
          </p:cNvSpPr>
          <p:nvPr/>
        </p:nvSpPr>
        <p:spPr>
          <a:xfrm xmlns:a="http://schemas.openxmlformats.org/drawingml/2006/main">
            <a:off x="6057900" y="35242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Crear producto · admin</a:t>
            </a:r>
          </a:p>
        </p:txBody>
      </p:sp>
      <p:sp>
        <p:nvSpPr>
          <p:cNvPr id="30" name="">
            <a:extLst xmlns:a="http://schemas.openxmlformats.org/drawingml/2006/main">
              <a:ext uri="{FF2B5EF4-FFF2-40B4-BE49-F238E27FC236}">
                <a16:creationId xmlns:a16="http://schemas.microsoft.com/office/drawing/2014/main" id="{AFA76F44-7AF9-420D-AC93-E2D471265D58}"/>
              </a:ext>
            </a:extLst>
          </p:cNvPr>
          <p:cNvSpPr>
            <a:spLocks xmlns:a="http://schemas.openxmlformats.org/drawingml/2006/main" noGrp="1"/>
          </p:cNvSpPr>
          <p:nvPr/>
        </p:nvSpPr>
        <p:spPr>
          <a:xfrm xmlns:a="http://schemas.openxmlformats.org/drawingml/2006/main">
            <a:off x="9296400" y="35242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176"/>
                </a:solidFill>
              </a:defRPr>
            </a:defPPr>
            <a:lvl1pPr algn="l">
              <a:defRPr sz="1125" b="1">
                <a:solidFill>
                  <a:srgbClr val="536176"/>
                </a:solidFill>
              </a:defRPr>
            </a:lvl1pPr>
            <a:lvl2pPr algn="l">
              <a:defRPr sz="1125" b="1">
                <a:solidFill>
                  <a:srgbClr val="536176"/>
                </a:solidFill>
              </a:defRPr>
            </a:lvl2pPr>
            <a:lvl3pPr algn="l">
              <a:defRPr sz="1125" b="1">
                <a:solidFill>
                  <a:srgbClr val="536176"/>
                </a:solidFill>
              </a:defRPr>
            </a:lvl3pPr>
            <a:lvl4pPr algn="l">
              <a:defRPr sz="1125" b="1">
                <a:solidFill>
                  <a:srgbClr val="536176"/>
                </a:solidFill>
              </a:defRPr>
            </a:lvl4pPr>
            <a:lvl5pPr algn="l">
              <a:defRPr sz="1125" b="1">
                <a:solidFill>
                  <a:srgbClr val="536176"/>
                </a:solidFill>
              </a:defRPr>
            </a:lvl5pPr>
            <a:lvl6pPr algn="l">
              <a:defRPr sz="1125" b="1">
                <a:solidFill>
                  <a:srgbClr val="536176"/>
                </a:solidFill>
              </a:defRPr>
            </a:lvl6pPr>
            <a:lvl7pPr algn="l">
              <a:defRPr sz="1125" b="1">
                <a:solidFill>
                  <a:srgbClr val="536176"/>
                </a:solidFill>
              </a:defRPr>
            </a:lvl7pPr>
            <a:lvl8pPr algn="l">
              <a:defRPr sz="1125" b="1">
                <a:solidFill>
                  <a:srgbClr val="536176"/>
                </a:solidFill>
              </a:defRPr>
            </a:lvl8pPr>
            <a:lvl9pPr algn="l">
              <a:defRPr sz="1125" b="1">
                <a:solidFill>
                  <a:srgbClr val="536176"/>
                </a:solidFill>
              </a:defRPr>
            </a:lvl9pPr>
          </a:lstStyle>
          <a:p xmlns:a="http://schemas.openxmlformats.org/drawingml/2006/main">
            <a:pPr algn="l">
              <a:defRPr sz="1125" b="1">
                <a:solidFill>
                  <a:srgbClr val="536176"/>
                </a:solidFill>
              </a:defRPr>
            </a:pPr>
            <a:r>
              <a:rPr sz="1125" b="1">
                <a:solidFill>
                  <a:srgbClr val="536176"/>
                </a:solidFill>
              </a:rPr>
              <a:t>201 / 400 / 403</a:t>
            </a:r>
          </a:p>
        </p:txBody>
      </p:sp>
      <p:sp>
        <p:nvSpPr>
          <p:cNvPr id="31" name="">
            <a:extLst xmlns:a="http://schemas.openxmlformats.org/drawingml/2006/main">
              <a:ext uri="{FF2B5EF4-FFF2-40B4-BE49-F238E27FC236}">
                <a16:creationId xmlns:a16="http://schemas.microsoft.com/office/drawing/2014/main" id="{EAAD4D12-092E-4535-A70B-3A76ED49CF54}"/>
              </a:ext>
            </a:extLst>
          </p:cNvPr>
          <p:cNvSpPr>
            <a:spLocks xmlns:a="http://schemas.openxmlformats.org/drawingml/2006/main" noGrp="1"/>
          </p:cNvSpPr>
          <p:nvPr/>
        </p:nvSpPr>
        <p:spPr>
          <a:xfrm xmlns:a="http://schemas.openxmlformats.org/drawingml/2006/main">
            <a:off x="609600" y="4010025"/>
            <a:ext cx="109728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E7DFD0"/>
            </a:solidFill>
            <a:prstDash val="solid"/>
          </a:ln>
        </p:spPr>
      </p:sp>
      <p:sp>
        <p:nvSpPr>
          <p:cNvPr id="32" name="">
            <a:extLst xmlns:a="http://schemas.openxmlformats.org/drawingml/2006/main">
              <a:ext uri="{FF2B5EF4-FFF2-40B4-BE49-F238E27FC236}">
                <a16:creationId xmlns:a16="http://schemas.microsoft.com/office/drawing/2014/main" id="{73FA2584-7D8F-4FB4-9FDB-1D72726C622F}"/>
              </a:ext>
            </a:extLst>
          </p:cNvPr>
          <p:cNvSpPr>
            <a:spLocks xmlns:a="http://schemas.openxmlformats.org/drawingml/2006/main" noGrp="1"/>
          </p:cNvSpPr>
          <p:nvPr/>
        </p:nvSpPr>
        <p:spPr>
          <a:xfrm xmlns:a="http://schemas.openxmlformats.org/drawingml/2006/main">
            <a:off x="762000" y="4086225"/>
            <a:ext cx="7239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F5EDCD1-41FD-4D79-B64A-57ADB71B9987}"/>
              </a:ext>
            </a:extLst>
          </p:cNvPr>
          <p:cNvSpPr>
            <a:spLocks xmlns:a="http://schemas.openxmlformats.org/drawingml/2006/main" noGrp="1"/>
          </p:cNvSpPr>
          <p:nvPr/>
        </p:nvSpPr>
        <p:spPr>
          <a:xfrm xmlns:a="http://schemas.openxmlformats.org/drawingml/2006/main">
            <a:off x="857250" y="4095750"/>
            <a:ext cx="533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D8880B"/>
                </a:solidFill>
              </a:defRPr>
            </a:defPPr>
            <a:lvl1pPr algn="ctr">
              <a:defRPr sz="1125" b="1">
                <a:solidFill>
                  <a:srgbClr val="D8880B"/>
                </a:solidFill>
              </a:defRPr>
            </a:lvl1pPr>
            <a:lvl2pPr algn="ctr">
              <a:defRPr sz="1125" b="1">
                <a:solidFill>
                  <a:srgbClr val="D8880B"/>
                </a:solidFill>
              </a:defRPr>
            </a:lvl2pPr>
            <a:lvl3pPr algn="ctr">
              <a:defRPr sz="1125" b="1">
                <a:solidFill>
                  <a:srgbClr val="D8880B"/>
                </a:solidFill>
              </a:defRPr>
            </a:lvl3pPr>
            <a:lvl4pPr algn="ctr">
              <a:defRPr sz="1125" b="1">
                <a:solidFill>
                  <a:srgbClr val="D8880B"/>
                </a:solidFill>
              </a:defRPr>
            </a:lvl4pPr>
            <a:lvl5pPr algn="ctr">
              <a:defRPr sz="1125" b="1">
                <a:solidFill>
                  <a:srgbClr val="D8880B"/>
                </a:solidFill>
              </a:defRPr>
            </a:lvl5pPr>
            <a:lvl6pPr algn="ctr">
              <a:defRPr sz="1125" b="1">
                <a:solidFill>
                  <a:srgbClr val="D8880B"/>
                </a:solidFill>
              </a:defRPr>
            </a:lvl6pPr>
            <a:lvl7pPr algn="ctr">
              <a:defRPr sz="1125" b="1">
                <a:solidFill>
                  <a:srgbClr val="D8880B"/>
                </a:solidFill>
              </a:defRPr>
            </a:lvl7pPr>
            <a:lvl8pPr algn="ctr">
              <a:defRPr sz="1125" b="1">
                <a:solidFill>
                  <a:srgbClr val="D8880B"/>
                </a:solidFill>
              </a:defRPr>
            </a:lvl8pPr>
            <a:lvl9pPr algn="ctr">
              <a:defRPr sz="1125" b="1">
                <a:solidFill>
                  <a:srgbClr val="D8880B"/>
                </a:solidFill>
              </a:defRPr>
            </a:lvl9pPr>
          </a:lstStyle>
          <a:p xmlns:a="http://schemas.openxmlformats.org/drawingml/2006/main">
            <a:pPr algn="ctr">
              <a:defRPr sz="1125" b="1">
                <a:solidFill>
                  <a:srgbClr val="D8880B"/>
                </a:solidFill>
              </a:defRPr>
            </a:pPr>
            <a:r>
              <a:rPr sz="1125" b="1">
                <a:solidFill>
                  <a:srgbClr val="D8880B"/>
                </a:solidFill>
              </a:rPr>
              <a:t>PUT</a:t>
            </a:r>
          </a:p>
        </p:txBody>
      </p:sp>
      <p:sp>
        <p:nvSpPr>
          <p:cNvPr id="34" name="">
            <a:extLst xmlns:a="http://schemas.openxmlformats.org/drawingml/2006/main">
              <a:ext uri="{FF2B5EF4-FFF2-40B4-BE49-F238E27FC236}">
                <a16:creationId xmlns:a16="http://schemas.microsoft.com/office/drawing/2014/main" id="{188AD3D2-A482-4A55-A383-F4FE5A2BB3EE}"/>
              </a:ext>
            </a:extLst>
          </p:cNvPr>
          <p:cNvSpPr>
            <a:spLocks xmlns:a="http://schemas.openxmlformats.org/drawingml/2006/main" noGrp="1"/>
          </p:cNvSpPr>
          <p:nvPr/>
        </p:nvSpPr>
        <p:spPr>
          <a:xfrm xmlns:a="http://schemas.openxmlformats.org/drawingml/2006/main">
            <a:off x="2076450" y="4076700"/>
            <a:ext cx="3762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2033"/>
                </a:solidFill>
              </a:defRPr>
            </a:defPPr>
            <a:lvl1pPr algn="l">
              <a:defRPr sz="1275" b="1">
                <a:solidFill>
                  <a:srgbClr val="172033"/>
                </a:solidFill>
              </a:defRPr>
            </a:lvl1pPr>
            <a:lvl2pPr algn="l">
              <a:defRPr sz="1275" b="1">
                <a:solidFill>
                  <a:srgbClr val="172033"/>
                </a:solidFill>
              </a:defRPr>
            </a:lvl2pPr>
            <a:lvl3pPr algn="l">
              <a:defRPr sz="1275" b="1">
                <a:solidFill>
                  <a:srgbClr val="172033"/>
                </a:solidFill>
              </a:defRPr>
            </a:lvl3pPr>
            <a:lvl4pPr algn="l">
              <a:defRPr sz="1275" b="1">
                <a:solidFill>
                  <a:srgbClr val="172033"/>
                </a:solidFill>
              </a:defRPr>
            </a:lvl4pPr>
            <a:lvl5pPr algn="l">
              <a:defRPr sz="1275" b="1">
                <a:solidFill>
                  <a:srgbClr val="172033"/>
                </a:solidFill>
              </a:defRPr>
            </a:lvl5pPr>
            <a:lvl6pPr algn="l">
              <a:defRPr sz="1275" b="1">
                <a:solidFill>
                  <a:srgbClr val="172033"/>
                </a:solidFill>
              </a:defRPr>
            </a:lvl6pPr>
            <a:lvl7pPr algn="l">
              <a:defRPr sz="1275" b="1">
                <a:solidFill>
                  <a:srgbClr val="172033"/>
                </a:solidFill>
              </a:defRPr>
            </a:lvl7pPr>
            <a:lvl8pPr algn="l">
              <a:defRPr sz="1275" b="1">
                <a:solidFill>
                  <a:srgbClr val="172033"/>
                </a:solidFill>
              </a:defRPr>
            </a:lvl8pPr>
            <a:lvl9pPr algn="l">
              <a:defRPr sz="1275" b="1">
                <a:solidFill>
                  <a:srgbClr val="172033"/>
                </a:solidFill>
              </a:defRPr>
            </a:lvl9pPr>
          </a:lstStyle>
          <a:p xmlns:a="http://schemas.openxmlformats.org/drawingml/2006/main">
            <a:pPr algn="l">
              <a:defRPr sz="1275" b="1">
                <a:solidFill>
                  <a:srgbClr val="172033"/>
                </a:solidFill>
              </a:defRPr>
            </a:pPr>
            <a:r>
              <a:rPr sz="1275" b="1">
                <a:solidFill>
                  <a:srgbClr val="172033"/>
                </a:solidFill>
              </a:rPr>
              <a:t>/api/productos/{id}</a:t>
            </a:r>
          </a:p>
        </p:txBody>
      </p:sp>
      <p:sp>
        <p:nvSpPr>
          <p:cNvPr id="35" name="">
            <a:extLst xmlns:a="http://schemas.openxmlformats.org/drawingml/2006/main">
              <a:ext uri="{FF2B5EF4-FFF2-40B4-BE49-F238E27FC236}">
                <a16:creationId xmlns:a16="http://schemas.microsoft.com/office/drawing/2014/main" id="{CA8FB79F-33F5-4467-B410-4713E97951C0}"/>
              </a:ext>
            </a:extLst>
          </p:cNvPr>
          <p:cNvSpPr>
            <a:spLocks xmlns:a="http://schemas.openxmlformats.org/drawingml/2006/main" noGrp="1"/>
          </p:cNvSpPr>
          <p:nvPr/>
        </p:nvSpPr>
        <p:spPr>
          <a:xfrm xmlns:a="http://schemas.openxmlformats.org/drawingml/2006/main">
            <a:off x="6057900" y="40767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Actualizar · admin</a:t>
            </a:r>
          </a:p>
        </p:txBody>
      </p:sp>
      <p:sp>
        <p:nvSpPr>
          <p:cNvPr id="36" name="">
            <a:extLst xmlns:a="http://schemas.openxmlformats.org/drawingml/2006/main">
              <a:ext uri="{FF2B5EF4-FFF2-40B4-BE49-F238E27FC236}">
                <a16:creationId xmlns:a16="http://schemas.microsoft.com/office/drawing/2014/main" id="{83C0F762-DD44-4EC8-BEF1-F372BD9EEC11}"/>
              </a:ext>
            </a:extLst>
          </p:cNvPr>
          <p:cNvSpPr>
            <a:spLocks xmlns:a="http://schemas.openxmlformats.org/drawingml/2006/main" noGrp="1"/>
          </p:cNvSpPr>
          <p:nvPr/>
        </p:nvSpPr>
        <p:spPr>
          <a:xfrm xmlns:a="http://schemas.openxmlformats.org/drawingml/2006/main">
            <a:off x="9296400" y="4076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176"/>
                </a:solidFill>
              </a:defRPr>
            </a:defPPr>
            <a:lvl1pPr algn="l">
              <a:defRPr sz="1125" b="1">
                <a:solidFill>
                  <a:srgbClr val="536176"/>
                </a:solidFill>
              </a:defRPr>
            </a:lvl1pPr>
            <a:lvl2pPr algn="l">
              <a:defRPr sz="1125" b="1">
                <a:solidFill>
                  <a:srgbClr val="536176"/>
                </a:solidFill>
              </a:defRPr>
            </a:lvl2pPr>
            <a:lvl3pPr algn="l">
              <a:defRPr sz="1125" b="1">
                <a:solidFill>
                  <a:srgbClr val="536176"/>
                </a:solidFill>
              </a:defRPr>
            </a:lvl3pPr>
            <a:lvl4pPr algn="l">
              <a:defRPr sz="1125" b="1">
                <a:solidFill>
                  <a:srgbClr val="536176"/>
                </a:solidFill>
              </a:defRPr>
            </a:lvl4pPr>
            <a:lvl5pPr algn="l">
              <a:defRPr sz="1125" b="1">
                <a:solidFill>
                  <a:srgbClr val="536176"/>
                </a:solidFill>
              </a:defRPr>
            </a:lvl5pPr>
            <a:lvl6pPr algn="l">
              <a:defRPr sz="1125" b="1">
                <a:solidFill>
                  <a:srgbClr val="536176"/>
                </a:solidFill>
              </a:defRPr>
            </a:lvl6pPr>
            <a:lvl7pPr algn="l">
              <a:defRPr sz="1125" b="1">
                <a:solidFill>
                  <a:srgbClr val="536176"/>
                </a:solidFill>
              </a:defRPr>
            </a:lvl7pPr>
            <a:lvl8pPr algn="l">
              <a:defRPr sz="1125" b="1">
                <a:solidFill>
                  <a:srgbClr val="536176"/>
                </a:solidFill>
              </a:defRPr>
            </a:lvl8pPr>
            <a:lvl9pPr algn="l">
              <a:defRPr sz="1125" b="1">
                <a:solidFill>
                  <a:srgbClr val="536176"/>
                </a:solidFill>
              </a:defRPr>
            </a:lvl9pPr>
          </a:lstStyle>
          <a:p xmlns:a="http://schemas.openxmlformats.org/drawingml/2006/main">
            <a:pPr algn="l">
              <a:defRPr sz="1125" b="1">
                <a:solidFill>
                  <a:srgbClr val="536176"/>
                </a:solidFill>
              </a:defRPr>
            </a:pPr>
            <a:r>
              <a:rPr sz="1125" b="1">
                <a:solidFill>
                  <a:srgbClr val="536176"/>
                </a:solidFill>
              </a:rPr>
              <a:t>200 / 400 / 403 / 404</a:t>
            </a:r>
          </a:p>
        </p:txBody>
      </p:sp>
      <p:sp>
        <p:nvSpPr>
          <p:cNvPr id="37" name="">
            <a:extLst xmlns:a="http://schemas.openxmlformats.org/drawingml/2006/main">
              <a:ext uri="{FF2B5EF4-FFF2-40B4-BE49-F238E27FC236}">
                <a16:creationId xmlns:a16="http://schemas.microsoft.com/office/drawing/2014/main" id="{C58DCDA6-B60B-48C9-991C-BDB1031BEAB8}"/>
              </a:ext>
            </a:extLst>
          </p:cNvPr>
          <p:cNvSpPr>
            <a:spLocks xmlns:a="http://schemas.openxmlformats.org/drawingml/2006/main" noGrp="1"/>
          </p:cNvSpPr>
          <p:nvPr/>
        </p:nvSpPr>
        <p:spPr>
          <a:xfrm xmlns:a="http://schemas.openxmlformats.org/drawingml/2006/main">
            <a:off x="609600" y="4562475"/>
            <a:ext cx="109728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E7DFD0"/>
            </a:solidFill>
            <a:prstDash val="solid"/>
          </a:ln>
        </p:spPr>
      </p:sp>
      <p:sp>
        <p:nvSpPr>
          <p:cNvPr id="38" name="">
            <a:extLst xmlns:a="http://schemas.openxmlformats.org/drawingml/2006/main">
              <a:ext uri="{FF2B5EF4-FFF2-40B4-BE49-F238E27FC236}">
                <a16:creationId xmlns:a16="http://schemas.microsoft.com/office/drawing/2014/main" id="{7B358B2A-B929-4878-90EA-54DF40A4FC50}"/>
              </a:ext>
            </a:extLst>
          </p:cNvPr>
          <p:cNvSpPr>
            <a:spLocks xmlns:a="http://schemas.openxmlformats.org/drawingml/2006/main" noGrp="1"/>
          </p:cNvSpPr>
          <p:nvPr/>
        </p:nvSpPr>
        <p:spPr>
          <a:xfrm xmlns:a="http://schemas.openxmlformats.org/drawingml/2006/main">
            <a:off x="762000" y="4638675"/>
            <a:ext cx="8763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B5382AB-52C9-4492-B0E6-3A5F52E57CB9}"/>
              </a:ext>
            </a:extLst>
          </p:cNvPr>
          <p:cNvSpPr>
            <a:spLocks xmlns:a="http://schemas.openxmlformats.org/drawingml/2006/main" noGrp="1"/>
          </p:cNvSpPr>
          <p:nvPr/>
        </p:nvSpPr>
        <p:spPr>
          <a:xfrm xmlns:a="http://schemas.openxmlformats.org/drawingml/2006/main">
            <a:off x="857250" y="4648200"/>
            <a:ext cx="685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B84B45"/>
                </a:solidFill>
              </a:defRPr>
            </a:defPPr>
            <a:lvl1pPr algn="ctr">
              <a:defRPr sz="1125" b="1">
                <a:solidFill>
                  <a:srgbClr val="B84B45"/>
                </a:solidFill>
              </a:defRPr>
            </a:lvl1pPr>
            <a:lvl2pPr algn="ctr">
              <a:defRPr sz="1125" b="1">
                <a:solidFill>
                  <a:srgbClr val="B84B45"/>
                </a:solidFill>
              </a:defRPr>
            </a:lvl2pPr>
            <a:lvl3pPr algn="ctr">
              <a:defRPr sz="1125" b="1">
                <a:solidFill>
                  <a:srgbClr val="B84B45"/>
                </a:solidFill>
              </a:defRPr>
            </a:lvl3pPr>
            <a:lvl4pPr algn="ctr">
              <a:defRPr sz="1125" b="1">
                <a:solidFill>
                  <a:srgbClr val="B84B45"/>
                </a:solidFill>
              </a:defRPr>
            </a:lvl4pPr>
            <a:lvl5pPr algn="ctr">
              <a:defRPr sz="1125" b="1">
                <a:solidFill>
                  <a:srgbClr val="B84B45"/>
                </a:solidFill>
              </a:defRPr>
            </a:lvl5pPr>
            <a:lvl6pPr algn="ctr">
              <a:defRPr sz="1125" b="1">
                <a:solidFill>
                  <a:srgbClr val="B84B45"/>
                </a:solidFill>
              </a:defRPr>
            </a:lvl6pPr>
            <a:lvl7pPr algn="ctr">
              <a:defRPr sz="1125" b="1">
                <a:solidFill>
                  <a:srgbClr val="B84B45"/>
                </a:solidFill>
              </a:defRPr>
            </a:lvl7pPr>
            <a:lvl8pPr algn="ctr">
              <a:defRPr sz="1125" b="1">
                <a:solidFill>
                  <a:srgbClr val="B84B45"/>
                </a:solidFill>
              </a:defRPr>
            </a:lvl8pPr>
            <a:lvl9pPr algn="ctr">
              <a:defRPr sz="1125" b="1">
                <a:solidFill>
                  <a:srgbClr val="B84B45"/>
                </a:solidFill>
              </a:defRPr>
            </a:lvl9pPr>
          </a:lstStyle>
          <a:p xmlns:a="http://schemas.openxmlformats.org/drawingml/2006/main">
            <a:pPr algn="ctr">
              <a:defRPr sz="1125" b="1">
                <a:solidFill>
                  <a:srgbClr val="B84B45"/>
                </a:solidFill>
              </a:defRPr>
            </a:pPr>
            <a:r>
              <a:rPr sz="1125" b="1">
                <a:solidFill>
                  <a:srgbClr val="B84B45"/>
                </a:solidFill>
              </a:rPr>
              <a:t>DELETE</a:t>
            </a:r>
          </a:p>
        </p:txBody>
      </p:sp>
      <p:sp>
        <p:nvSpPr>
          <p:cNvPr id="40" name="">
            <a:extLst xmlns:a="http://schemas.openxmlformats.org/drawingml/2006/main">
              <a:ext uri="{FF2B5EF4-FFF2-40B4-BE49-F238E27FC236}">
                <a16:creationId xmlns:a16="http://schemas.microsoft.com/office/drawing/2014/main" id="{6DD86A5B-A3BE-49EB-B286-668DF3352C42}"/>
              </a:ext>
            </a:extLst>
          </p:cNvPr>
          <p:cNvSpPr>
            <a:spLocks xmlns:a="http://schemas.openxmlformats.org/drawingml/2006/main" noGrp="1"/>
          </p:cNvSpPr>
          <p:nvPr/>
        </p:nvSpPr>
        <p:spPr>
          <a:xfrm xmlns:a="http://schemas.openxmlformats.org/drawingml/2006/main">
            <a:off x="2076450" y="4629150"/>
            <a:ext cx="3762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2033"/>
                </a:solidFill>
              </a:defRPr>
            </a:defPPr>
            <a:lvl1pPr algn="l">
              <a:defRPr sz="1275" b="1">
                <a:solidFill>
                  <a:srgbClr val="172033"/>
                </a:solidFill>
              </a:defRPr>
            </a:lvl1pPr>
            <a:lvl2pPr algn="l">
              <a:defRPr sz="1275" b="1">
                <a:solidFill>
                  <a:srgbClr val="172033"/>
                </a:solidFill>
              </a:defRPr>
            </a:lvl2pPr>
            <a:lvl3pPr algn="l">
              <a:defRPr sz="1275" b="1">
                <a:solidFill>
                  <a:srgbClr val="172033"/>
                </a:solidFill>
              </a:defRPr>
            </a:lvl3pPr>
            <a:lvl4pPr algn="l">
              <a:defRPr sz="1275" b="1">
                <a:solidFill>
                  <a:srgbClr val="172033"/>
                </a:solidFill>
              </a:defRPr>
            </a:lvl4pPr>
            <a:lvl5pPr algn="l">
              <a:defRPr sz="1275" b="1">
                <a:solidFill>
                  <a:srgbClr val="172033"/>
                </a:solidFill>
              </a:defRPr>
            </a:lvl5pPr>
            <a:lvl6pPr algn="l">
              <a:defRPr sz="1275" b="1">
                <a:solidFill>
                  <a:srgbClr val="172033"/>
                </a:solidFill>
              </a:defRPr>
            </a:lvl6pPr>
            <a:lvl7pPr algn="l">
              <a:defRPr sz="1275" b="1">
                <a:solidFill>
                  <a:srgbClr val="172033"/>
                </a:solidFill>
              </a:defRPr>
            </a:lvl7pPr>
            <a:lvl8pPr algn="l">
              <a:defRPr sz="1275" b="1">
                <a:solidFill>
                  <a:srgbClr val="172033"/>
                </a:solidFill>
              </a:defRPr>
            </a:lvl8pPr>
            <a:lvl9pPr algn="l">
              <a:defRPr sz="1275" b="1">
                <a:solidFill>
                  <a:srgbClr val="172033"/>
                </a:solidFill>
              </a:defRPr>
            </a:lvl9pPr>
          </a:lstStyle>
          <a:p xmlns:a="http://schemas.openxmlformats.org/drawingml/2006/main">
            <a:pPr algn="l">
              <a:defRPr sz="1275" b="1">
                <a:solidFill>
                  <a:srgbClr val="172033"/>
                </a:solidFill>
              </a:defRPr>
            </a:pPr>
            <a:r>
              <a:rPr sz="1275" b="1">
                <a:solidFill>
                  <a:srgbClr val="172033"/>
                </a:solidFill>
              </a:rPr>
              <a:t>/api/productos/{id}</a:t>
            </a:r>
          </a:p>
        </p:txBody>
      </p:sp>
      <p:sp>
        <p:nvSpPr>
          <p:cNvPr id="41" name="">
            <a:extLst xmlns:a="http://schemas.openxmlformats.org/drawingml/2006/main">
              <a:ext uri="{FF2B5EF4-FFF2-40B4-BE49-F238E27FC236}">
                <a16:creationId xmlns:a16="http://schemas.microsoft.com/office/drawing/2014/main" id="{798233C5-CEA4-4BBC-AD2D-FEAB9E290611}"/>
              </a:ext>
            </a:extLst>
          </p:cNvPr>
          <p:cNvSpPr>
            <a:spLocks xmlns:a="http://schemas.openxmlformats.org/drawingml/2006/main" noGrp="1"/>
          </p:cNvSpPr>
          <p:nvPr/>
        </p:nvSpPr>
        <p:spPr>
          <a:xfrm xmlns:a="http://schemas.openxmlformats.org/drawingml/2006/main">
            <a:off x="6057900" y="46291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36176"/>
                </a:solidFill>
              </a:defRPr>
            </a:defPPr>
            <a:lvl1pPr algn="l">
              <a:defRPr sz="1200" b="0">
                <a:solidFill>
                  <a:srgbClr val="536176"/>
                </a:solidFill>
              </a:defRPr>
            </a:lvl1pPr>
            <a:lvl2pPr algn="l">
              <a:defRPr sz="1200" b="0">
                <a:solidFill>
                  <a:srgbClr val="536176"/>
                </a:solidFill>
              </a:defRPr>
            </a:lvl2pPr>
            <a:lvl3pPr algn="l">
              <a:defRPr sz="1200" b="0">
                <a:solidFill>
                  <a:srgbClr val="536176"/>
                </a:solidFill>
              </a:defRPr>
            </a:lvl3pPr>
            <a:lvl4pPr algn="l">
              <a:defRPr sz="1200" b="0">
                <a:solidFill>
                  <a:srgbClr val="536176"/>
                </a:solidFill>
              </a:defRPr>
            </a:lvl4pPr>
            <a:lvl5pPr algn="l">
              <a:defRPr sz="1200" b="0">
                <a:solidFill>
                  <a:srgbClr val="536176"/>
                </a:solidFill>
              </a:defRPr>
            </a:lvl5pPr>
            <a:lvl6pPr algn="l">
              <a:defRPr sz="1200" b="0">
                <a:solidFill>
                  <a:srgbClr val="536176"/>
                </a:solidFill>
              </a:defRPr>
            </a:lvl6pPr>
            <a:lvl7pPr algn="l">
              <a:defRPr sz="1200" b="0">
                <a:solidFill>
                  <a:srgbClr val="536176"/>
                </a:solidFill>
              </a:defRPr>
            </a:lvl7pPr>
            <a:lvl8pPr algn="l">
              <a:defRPr sz="1200" b="0">
                <a:solidFill>
                  <a:srgbClr val="536176"/>
                </a:solidFill>
              </a:defRPr>
            </a:lvl8pPr>
            <a:lvl9pPr algn="l">
              <a:defRPr sz="1200" b="0">
                <a:solidFill>
                  <a:srgbClr val="536176"/>
                </a:solidFill>
              </a:defRPr>
            </a:lvl9pPr>
          </a:lstStyle>
          <a:p xmlns:a="http://schemas.openxmlformats.org/drawingml/2006/main">
            <a:pPr algn="l">
              <a:defRPr sz="1200" b="0">
                <a:solidFill>
                  <a:srgbClr val="536176"/>
                </a:solidFill>
              </a:defRPr>
            </a:pPr>
            <a:r>
              <a:rPr sz="1200" b="0">
                <a:solidFill>
                  <a:srgbClr val="536176"/>
                </a:solidFill>
              </a:rPr>
              <a:t>Eliminar · admin</a:t>
            </a:r>
          </a:p>
        </p:txBody>
      </p:sp>
      <p:sp>
        <p:nvSpPr>
          <p:cNvPr id="42" name="">
            <a:extLst xmlns:a="http://schemas.openxmlformats.org/drawingml/2006/main">
              <a:ext uri="{FF2B5EF4-FFF2-40B4-BE49-F238E27FC236}">
                <a16:creationId xmlns:a16="http://schemas.microsoft.com/office/drawing/2014/main" id="{7B3B3F49-55C6-4307-805D-95188E51EE28}"/>
              </a:ext>
            </a:extLst>
          </p:cNvPr>
          <p:cNvSpPr>
            <a:spLocks xmlns:a="http://schemas.openxmlformats.org/drawingml/2006/main" noGrp="1"/>
          </p:cNvSpPr>
          <p:nvPr/>
        </p:nvSpPr>
        <p:spPr>
          <a:xfrm xmlns:a="http://schemas.openxmlformats.org/drawingml/2006/main">
            <a:off x="9296400" y="46291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176"/>
                </a:solidFill>
              </a:defRPr>
            </a:defPPr>
            <a:lvl1pPr algn="l">
              <a:defRPr sz="1125" b="1">
                <a:solidFill>
                  <a:srgbClr val="536176"/>
                </a:solidFill>
              </a:defRPr>
            </a:lvl1pPr>
            <a:lvl2pPr algn="l">
              <a:defRPr sz="1125" b="1">
                <a:solidFill>
                  <a:srgbClr val="536176"/>
                </a:solidFill>
              </a:defRPr>
            </a:lvl2pPr>
            <a:lvl3pPr algn="l">
              <a:defRPr sz="1125" b="1">
                <a:solidFill>
                  <a:srgbClr val="536176"/>
                </a:solidFill>
              </a:defRPr>
            </a:lvl3pPr>
            <a:lvl4pPr algn="l">
              <a:defRPr sz="1125" b="1">
                <a:solidFill>
                  <a:srgbClr val="536176"/>
                </a:solidFill>
              </a:defRPr>
            </a:lvl4pPr>
            <a:lvl5pPr algn="l">
              <a:defRPr sz="1125" b="1">
                <a:solidFill>
                  <a:srgbClr val="536176"/>
                </a:solidFill>
              </a:defRPr>
            </a:lvl5pPr>
            <a:lvl6pPr algn="l">
              <a:defRPr sz="1125" b="1">
                <a:solidFill>
                  <a:srgbClr val="536176"/>
                </a:solidFill>
              </a:defRPr>
            </a:lvl6pPr>
            <a:lvl7pPr algn="l">
              <a:defRPr sz="1125" b="1">
                <a:solidFill>
                  <a:srgbClr val="536176"/>
                </a:solidFill>
              </a:defRPr>
            </a:lvl7pPr>
            <a:lvl8pPr algn="l">
              <a:defRPr sz="1125" b="1">
                <a:solidFill>
                  <a:srgbClr val="536176"/>
                </a:solidFill>
              </a:defRPr>
            </a:lvl8pPr>
            <a:lvl9pPr algn="l">
              <a:defRPr sz="1125" b="1">
                <a:solidFill>
                  <a:srgbClr val="536176"/>
                </a:solidFill>
              </a:defRPr>
            </a:lvl9pPr>
          </a:lstStyle>
          <a:p xmlns:a="http://schemas.openxmlformats.org/drawingml/2006/main">
            <a:pPr algn="l">
              <a:defRPr sz="1125" b="1">
                <a:solidFill>
                  <a:srgbClr val="536176"/>
                </a:solidFill>
              </a:defRPr>
            </a:pPr>
            <a:r>
              <a:rPr sz="1125" b="1">
                <a:solidFill>
                  <a:srgbClr val="536176"/>
                </a:solidFill>
              </a:rPr>
              <a:t>200 / 403 / 404 / 409</a:t>
            </a:r>
          </a:p>
        </p:txBody>
      </p:sp>
      <p:sp>
        <p:nvSpPr>
          <p:cNvPr id="43" name="">
            <a:extLst xmlns:a="http://schemas.openxmlformats.org/drawingml/2006/main">
              <a:ext uri="{FF2B5EF4-FFF2-40B4-BE49-F238E27FC236}">
                <a16:creationId xmlns:a16="http://schemas.microsoft.com/office/drawing/2014/main" id="{136DEF0C-0743-44DF-8FE3-A21FC9A7FFCD}"/>
              </a:ext>
            </a:extLst>
          </p:cNvPr>
          <p:cNvSpPr>
            <a:spLocks xmlns:a="http://schemas.openxmlformats.org/drawingml/2006/main" noGrp="1"/>
          </p:cNvSpPr>
          <p:nvPr/>
        </p:nvSpPr>
        <p:spPr>
          <a:xfrm xmlns:a="http://schemas.openxmlformats.org/drawingml/2006/main">
            <a:off x="609600" y="5286375"/>
            <a:ext cx="10972800" cy="647700"/>
          </a:xfrm>
          <a:prstGeom xmlns:a="http://schemas.openxmlformats.org/drawingml/2006/main" prst="roundRect">
            <a:avLst>
              <a:gd name="adj" fmla="val 17647"/>
            </a:avLst>
          </a:prstGeom>
          <a:solidFill xmlns:a="http://schemas.openxmlformats.org/drawingml/2006/main">
            <a:srgbClr val="FFF0CC"/>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57DF1BE-B636-475E-B386-FB2C50AA7D7D}"/>
              </a:ext>
            </a:extLst>
          </p:cNvPr>
          <p:cNvSpPr>
            <a:spLocks xmlns:a="http://schemas.openxmlformats.org/drawingml/2006/main" noGrp="1"/>
          </p:cNvSpPr>
          <p:nvPr/>
        </p:nvSpPr>
        <p:spPr>
          <a:xfrm xmlns:a="http://schemas.openxmlformats.org/drawingml/2006/main">
            <a:off x="800100" y="53816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D8880B"/>
                </a:solidFill>
              </a:defRPr>
            </a:defPPr>
            <a:lvl1pPr algn="l">
              <a:defRPr sz="1275" b="1">
                <a:solidFill>
                  <a:srgbClr val="D8880B"/>
                </a:solidFill>
              </a:defRPr>
            </a:lvl1pPr>
            <a:lvl2pPr algn="l">
              <a:defRPr sz="1275" b="1">
                <a:solidFill>
                  <a:srgbClr val="D8880B"/>
                </a:solidFill>
              </a:defRPr>
            </a:lvl2pPr>
            <a:lvl3pPr algn="l">
              <a:defRPr sz="1275" b="1">
                <a:solidFill>
                  <a:srgbClr val="D8880B"/>
                </a:solidFill>
              </a:defRPr>
            </a:lvl3pPr>
            <a:lvl4pPr algn="l">
              <a:defRPr sz="1275" b="1">
                <a:solidFill>
                  <a:srgbClr val="D8880B"/>
                </a:solidFill>
              </a:defRPr>
            </a:lvl4pPr>
            <a:lvl5pPr algn="l">
              <a:defRPr sz="1275" b="1">
                <a:solidFill>
                  <a:srgbClr val="D8880B"/>
                </a:solidFill>
              </a:defRPr>
            </a:lvl5pPr>
            <a:lvl6pPr algn="l">
              <a:defRPr sz="1275" b="1">
                <a:solidFill>
                  <a:srgbClr val="D8880B"/>
                </a:solidFill>
              </a:defRPr>
            </a:lvl6pPr>
            <a:lvl7pPr algn="l">
              <a:defRPr sz="1275" b="1">
                <a:solidFill>
                  <a:srgbClr val="D8880B"/>
                </a:solidFill>
              </a:defRPr>
            </a:lvl7pPr>
            <a:lvl8pPr algn="l">
              <a:defRPr sz="1275" b="1">
                <a:solidFill>
                  <a:srgbClr val="D8880B"/>
                </a:solidFill>
              </a:defRPr>
            </a:lvl8pPr>
            <a:lvl9pPr algn="l">
              <a:defRPr sz="1275" b="1">
                <a:solidFill>
                  <a:srgbClr val="D8880B"/>
                </a:solidFill>
              </a:defRPr>
            </a:lvl9pPr>
          </a:lstStyle>
          <a:p xmlns:a="http://schemas.openxmlformats.org/drawingml/2006/main">
            <a:pPr algn="l">
              <a:defRPr sz="1275" b="1">
                <a:solidFill>
                  <a:srgbClr val="D8880B"/>
                </a:solidFill>
              </a:defRPr>
            </a:pPr>
            <a:r>
              <a:rPr sz="1275" b="1">
                <a:solidFill>
                  <a:srgbClr val="D8880B"/>
                </a:solidFill>
              </a:rPr>
              <a:t>Respuesta estándar</a:t>
            </a:r>
          </a:p>
        </p:txBody>
      </p:sp>
      <p:sp>
        <p:nvSpPr>
          <p:cNvPr id="45" name="">
            <a:extLst xmlns:a="http://schemas.openxmlformats.org/drawingml/2006/main">
              <a:ext uri="{FF2B5EF4-FFF2-40B4-BE49-F238E27FC236}">
                <a16:creationId xmlns:a16="http://schemas.microsoft.com/office/drawing/2014/main" id="{F1A86DC8-D4FE-49A6-89F4-4ABA4E6DB4C7}"/>
              </a:ext>
            </a:extLst>
          </p:cNvPr>
          <p:cNvSpPr>
            <a:spLocks xmlns:a="http://schemas.openxmlformats.org/drawingml/2006/main" noGrp="1"/>
          </p:cNvSpPr>
          <p:nvPr/>
        </p:nvSpPr>
        <p:spPr>
          <a:xfrm xmlns:a="http://schemas.openxmlformats.org/drawingml/2006/main">
            <a:off x="2905125" y="53530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1A2C"/>
                </a:solidFill>
              </a:defRPr>
            </a:defPPr>
            <a:lvl1pPr algn="l">
              <a:defRPr sz="1575" b="1">
                <a:solidFill>
                  <a:srgbClr val="101A2C"/>
                </a:solidFill>
              </a:defRPr>
            </a:lvl1pPr>
            <a:lvl2pPr algn="l">
              <a:defRPr sz="1575" b="1">
                <a:solidFill>
                  <a:srgbClr val="101A2C"/>
                </a:solidFill>
              </a:defRPr>
            </a:lvl2pPr>
            <a:lvl3pPr algn="l">
              <a:defRPr sz="1575" b="1">
                <a:solidFill>
                  <a:srgbClr val="101A2C"/>
                </a:solidFill>
              </a:defRPr>
            </a:lvl3pPr>
            <a:lvl4pPr algn="l">
              <a:defRPr sz="1575" b="1">
                <a:solidFill>
                  <a:srgbClr val="101A2C"/>
                </a:solidFill>
              </a:defRPr>
            </a:lvl4pPr>
            <a:lvl5pPr algn="l">
              <a:defRPr sz="1575" b="1">
                <a:solidFill>
                  <a:srgbClr val="101A2C"/>
                </a:solidFill>
              </a:defRPr>
            </a:lvl5pPr>
            <a:lvl6pPr algn="l">
              <a:defRPr sz="1575" b="1">
                <a:solidFill>
                  <a:srgbClr val="101A2C"/>
                </a:solidFill>
              </a:defRPr>
            </a:lvl6pPr>
            <a:lvl7pPr algn="l">
              <a:defRPr sz="1575" b="1">
                <a:solidFill>
                  <a:srgbClr val="101A2C"/>
                </a:solidFill>
              </a:defRPr>
            </a:lvl7pPr>
            <a:lvl8pPr algn="l">
              <a:defRPr sz="1575" b="1">
                <a:solidFill>
                  <a:srgbClr val="101A2C"/>
                </a:solidFill>
              </a:defRPr>
            </a:lvl8pPr>
            <a:lvl9pPr algn="l">
              <a:defRPr sz="1575" b="1">
                <a:solidFill>
                  <a:srgbClr val="101A2C"/>
                </a:solidFill>
              </a:defRPr>
            </a:lvl9pPr>
          </a:lstStyle>
          <a:p xmlns:a="http://schemas.openxmlformats.org/drawingml/2006/main">
            <a:pPr algn="l">
              <a:defRPr sz="1575" b="1">
                <a:solidFill>
                  <a:srgbClr val="101A2C"/>
                </a:solidFill>
              </a:defRPr>
            </a:pPr>
            <a:r>
              <a:rPr sz="1575" b="1">
                <a:solidFill>
                  <a:srgbClr val="101A2C"/>
                </a:solidFill>
              </a:rPr>
              <a:t>{ success, message, data }</a:t>
            </a:r>
          </a:p>
        </p:txBody>
      </p:sp>
      <p:sp>
        <p:nvSpPr>
          <p:cNvPr id="46" name="">
            <a:extLst xmlns:a="http://schemas.openxmlformats.org/drawingml/2006/main">
              <a:ext uri="{FF2B5EF4-FFF2-40B4-BE49-F238E27FC236}">
                <a16:creationId xmlns:a16="http://schemas.microsoft.com/office/drawing/2014/main" id="{3CD2965B-CE33-4B90-9447-D9AFD829C0D0}"/>
              </a:ext>
            </a:extLst>
          </p:cNvPr>
          <p:cNvSpPr>
            <a:spLocks xmlns:a="http://schemas.openxmlformats.org/drawingml/2006/main" noGrp="1"/>
          </p:cNvSpPr>
          <p:nvPr/>
        </p:nvSpPr>
        <p:spPr>
          <a:xfrm xmlns:a="http://schemas.openxmlformats.org/drawingml/2006/main">
            <a:off x="6667500" y="53625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536176"/>
                </a:solidFill>
              </a:defRPr>
            </a:defPPr>
            <a:lvl1pPr algn="l">
              <a:defRPr sz="1125" b="0">
                <a:solidFill>
                  <a:srgbClr val="536176"/>
                </a:solidFill>
              </a:defRPr>
            </a:lvl1pPr>
            <a:lvl2pPr algn="l">
              <a:defRPr sz="1125" b="0">
                <a:solidFill>
                  <a:srgbClr val="536176"/>
                </a:solidFill>
              </a:defRPr>
            </a:lvl2pPr>
            <a:lvl3pPr algn="l">
              <a:defRPr sz="1125" b="0">
                <a:solidFill>
                  <a:srgbClr val="536176"/>
                </a:solidFill>
              </a:defRPr>
            </a:lvl3pPr>
            <a:lvl4pPr algn="l">
              <a:defRPr sz="1125" b="0">
                <a:solidFill>
                  <a:srgbClr val="536176"/>
                </a:solidFill>
              </a:defRPr>
            </a:lvl4pPr>
            <a:lvl5pPr algn="l">
              <a:defRPr sz="1125" b="0">
                <a:solidFill>
                  <a:srgbClr val="536176"/>
                </a:solidFill>
              </a:defRPr>
            </a:lvl5pPr>
            <a:lvl6pPr algn="l">
              <a:defRPr sz="1125" b="0">
                <a:solidFill>
                  <a:srgbClr val="536176"/>
                </a:solidFill>
              </a:defRPr>
            </a:lvl6pPr>
            <a:lvl7pPr algn="l">
              <a:defRPr sz="1125" b="0">
                <a:solidFill>
                  <a:srgbClr val="536176"/>
                </a:solidFill>
              </a:defRPr>
            </a:lvl7pPr>
            <a:lvl8pPr algn="l">
              <a:defRPr sz="1125" b="0">
                <a:solidFill>
                  <a:srgbClr val="536176"/>
                </a:solidFill>
              </a:defRPr>
            </a:lvl8pPr>
            <a:lvl9pPr algn="l">
              <a:defRPr sz="1125" b="0">
                <a:solidFill>
                  <a:srgbClr val="536176"/>
                </a:solidFill>
              </a:defRPr>
            </a:lvl9pPr>
          </a:lstStyle>
          <a:p xmlns:a="http://schemas.openxmlformats.org/drawingml/2006/main">
            <a:pPr algn="l">
              <a:defRPr sz="1125" b="0">
                <a:solidFill>
                  <a:srgbClr val="536176"/>
                </a:solidFill>
              </a:defRPr>
            </a:pPr>
            <a:r>
              <a:rPr sz="1125" b="0">
                <a:solidFill>
                  <a:srgbClr val="536176"/>
                </a:solidFill>
              </a:rPr>
              <a:t>Promociones también tiene endpoints CRUD; no se afirma CRUD completo para todos los recursos.</a:t>
            </a:r>
          </a:p>
        </p:txBody>
      </p:sp>
    </p:spTree>
    <p:extLst>
      <p:ext uri="{BB962C8B-B14F-4D97-AF65-F5344CB8AC3E}">
        <p14:creationId xmlns:p14="http://schemas.microsoft.com/office/powerpoint/2010/main" val="1495766594"/>
      </p:ext>
    </p:extLst>
  </p:cSld>
</p:sld>
</file>

<file path=ppt/slides/slide4.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1644D9-CE82-490B-8CF6-E7FAFE20510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A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385138-3EB8-4FC2-8908-CDA7D85B77D3}"/>
              </a:ext>
            </a:extLst>
          </p:cNvPr>
          <p:cNvSpPr>
            <a:spLocks xmlns:a="http://schemas.openxmlformats.org/drawingml/2006/main" noGrp="1"/>
          </p:cNvSpPr>
          <p:nvPr/>
        </p:nvSpPr>
        <p:spPr>
          <a:xfrm xmlns:a="http://schemas.openxmlformats.org/drawingml/2006/main">
            <a:off x="609600" y="33337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D8880B"/>
                </a:solidFill>
              </a:defRPr>
            </a:defPPr>
            <a:lvl1pPr algn="l">
              <a:defRPr sz="1200" b="1">
                <a:solidFill>
                  <a:srgbClr val="D8880B"/>
                </a:solidFill>
              </a:defRPr>
            </a:lvl1pPr>
            <a:lvl2pPr algn="l">
              <a:defRPr sz="1200" b="1">
                <a:solidFill>
                  <a:srgbClr val="D8880B"/>
                </a:solidFill>
              </a:defRPr>
            </a:lvl2pPr>
            <a:lvl3pPr algn="l">
              <a:defRPr sz="1200" b="1">
                <a:solidFill>
                  <a:srgbClr val="D8880B"/>
                </a:solidFill>
              </a:defRPr>
            </a:lvl3pPr>
            <a:lvl4pPr algn="l">
              <a:defRPr sz="1200" b="1">
                <a:solidFill>
                  <a:srgbClr val="D8880B"/>
                </a:solidFill>
              </a:defRPr>
            </a:lvl4pPr>
            <a:lvl5pPr algn="l">
              <a:defRPr sz="1200" b="1">
                <a:solidFill>
                  <a:srgbClr val="D8880B"/>
                </a:solidFill>
              </a:defRPr>
            </a:lvl5pPr>
            <a:lvl6pPr algn="l">
              <a:defRPr sz="1200" b="1">
                <a:solidFill>
                  <a:srgbClr val="D8880B"/>
                </a:solidFill>
              </a:defRPr>
            </a:lvl6pPr>
            <a:lvl7pPr algn="l">
              <a:defRPr sz="1200" b="1">
                <a:solidFill>
                  <a:srgbClr val="D8880B"/>
                </a:solidFill>
              </a:defRPr>
            </a:lvl7pPr>
            <a:lvl8pPr algn="l">
              <a:defRPr sz="1200" b="1">
                <a:solidFill>
                  <a:srgbClr val="D8880B"/>
                </a:solidFill>
              </a:defRPr>
            </a:lvl8pPr>
            <a:lvl9pPr algn="l">
              <a:defRPr sz="1200" b="1">
                <a:solidFill>
                  <a:srgbClr val="D8880B"/>
                </a:solidFill>
              </a:defRPr>
            </a:lvl9pPr>
          </a:lstStyle>
          <a:p xmlns:a="http://schemas.openxmlformats.org/drawingml/2006/main">
            <a:pPr algn="l">
              <a:defRPr sz="1200" b="1">
                <a:solidFill>
                  <a:srgbClr val="D8880B"/>
                </a:solidFill>
              </a:defRPr>
            </a:pPr>
            <a:r>
              <a:rPr sz="1200" b="1">
                <a:solidFill>
                  <a:srgbClr val="D8880B"/>
                </a:solidFill>
              </a:rPr>
              <a:t>CLIENTE ANDROID · CONSUMO REST</a:t>
            </a:r>
          </a:p>
        </p:txBody>
      </p:sp>
      <p:sp>
        <p:nvSpPr>
          <p:cNvPr id="3" name="">
            <a:extLst xmlns:a="http://schemas.openxmlformats.org/drawingml/2006/main">
              <a:ext uri="{FF2B5EF4-FFF2-40B4-BE49-F238E27FC236}">
                <a16:creationId xmlns:a16="http://schemas.microsoft.com/office/drawing/2014/main" id="{2B5822AE-A578-4F3F-A45E-B4B3D7364536}"/>
              </a:ext>
            </a:extLst>
          </p:cNvPr>
          <p:cNvSpPr>
            <a:spLocks xmlns:a="http://schemas.openxmlformats.org/drawingml/2006/main" noGrp="1"/>
          </p:cNvSpPr>
          <p:nvPr/>
        </p:nvSpPr>
        <p:spPr>
          <a:xfrm xmlns:a="http://schemas.openxmlformats.org/drawingml/2006/main">
            <a:off x="609600" y="638175"/>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01A2C"/>
                </a:solidFill>
              </a:defRPr>
            </a:defPPr>
            <a:lvl1pPr algn="l">
              <a:defRPr sz="3150" b="1">
                <a:solidFill>
                  <a:srgbClr val="101A2C"/>
                </a:solidFill>
              </a:defRPr>
            </a:lvl1pPr>
            <a:lvl2pPr algn="l">
              <a:defRPr sz="3150" b="1">
                <a:solidFill>
                  <a:srgbClr val="101A2C"/>
                </a:solidFill>
              </a:defRPr>
            </a:lvl2pPr>
            <a:lvl3pPr algn="l">
              <a:defRPr sz="3150" b="1">
                <a:solidFill>
                  <a:srgbClr val="101A2C"/>
                </a:solidFill>
              </a:defRPr>
            </a:lvl3pPr>
            <a:lvl4pPr algn="l">
              <a:defRPr sz="3150" b="1">
                <a:solidFill>
                  <a:srgbClr val="101A2C"/>
                </a:solidFill>
              </a:defRPr>
            </a:lvl4pPr>
            <a:lvl5pPr algn="l">
              <a:defRPr sz="3150" b="1">
                <a:solidFill>
                  <a:srgbClr val="101A2C"/>
                </a:solidFill>
              </a:defRPr>
            </a:lvl5pPr>
            <a:lvl6pPr algn="l">
              <a:defRPr sz="3150" b="1">
                <a:solidFill>
                  <a:srgbClr val="101A2C"/>
                </a:solidFill>
              </a:defRPr>
            </a:lvl6pPr>
            <a:lvl7pPr algn="l">
              <a:defRPr sz="3150" b="1">
                <a:solidFill>
                  <a:srgbClr val="101A2C"/>
                </a:solidFill>
              </a:defRPr>
            </a:lvl7pPr>
            <a:lvl8pPr algn="l">
              <a:defRPr sz="3150" b="1">
                <a:solidFill>
                  <a:srgbClr val="101A2C"/>
                </a:solidFill>
              </a:defRPr>
            </a:lvl8pPr>
            <a:lvl9pPr algn="l">
              <a:defRPr sz="3150" b="1">
                <a:solidFill>
                  <a:srgbClr val="101A2C"/>
                </a:solidFill>
              </a:defRPr>
            </a:lvl9pPr>
          </a:lstStyle>
          <a:p xmlns:a="http://schemas.openxmlformats.org/drawingml/2006/main">
            <a:pPr algn="l">
              <a:defRPr sz="3150" b="1">
                <a:solidFill>
                  <a:srgbClr val="101A2C"/>
                </a:solidFill>
              </a:defRPr>
            </a:pPr>
            <a:r>
              <a:rPr sz="3150" b="1">
                <a:solidFill>
                  <a:srgbClr val="101A2C"/>
                </a:solidFill>
              </a:rPr>
              <a:t>Retrofit y Coroutines mantienen el trabajo ordenado</a:t>
            </a:r>
          </a:p>
        </p:txBody>
      </p:sp>
      <p:sp>
        <p:nvSpPr>
          <p:cNvPr id="4" name="">
            <a:extLst xmlns:a="http://schemas.openxmlformats.org/drawingml/2006/main">
              <a:ext uri="{FF2B5EF4-FFF2-40B4-BE49-F238E27FC236}">
                <a16:creationId xmlns:a16="http://schemas.microsoft.com/office/drawing/2014/main" id="{EFD80A9C-530F-43A0-A0C0-D17F607A8369}"/>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E7DFD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AE586F3-9B30-4DD4-B096-ACABCD4323FC}"/>
              </a:ext>
            </a:extLst>
          </p:cNvPr>
          <p:cNvSpPr>
            <a:spLocks xmlns:a="http://schemas.openxmlformats.org/drawingml/2006/main" noGrp="1"/>
          </p:cNvSpPr>
          <p:nvPr/>
        </p:nvSpPr>
        <p:spPr>
          <a:xfrm xmlns:a="http://schemas.openxmlformats.org/drawingml/2006/main">
            <a:off x="609600" y="63436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36176"/>
                </a:solidFill>
              </a:defRPr>
            </a:defPPr>
            <a:lvl1pPr algn="l">
              <a:defRPr sz="975" b="1">
                <a:solidFill>
                  <a:srgbClr val="536176"/>
                </a:solidFill>
              </a:defRPr>
            </a:lvl1pPr>
            <a:lvl2pPr algn="l">
              <a:defRPr sz="975" b="1">
                <a:solidFill>
                  <a:srgbClr val="536176"/>
                </a:solidFill>
              </a:defRPr>
            </a:lvl2pPr>
            <a:lvl3pPr algn="l">
              <a:defRPr sz="975" b="1">
                <a:solidFill>
                  <a:srgbClr val="536176"/>
                </a:solidFill>
              </a:defRPr>
            </a:lvl3pPr>
            <a:lvl4pPr algn="l">
              <a:defRPr sz="975" b="1">
                <a:solidFill>
                  <a:srgbClr val="536176"/>
                </a:solidFill>
              </a:defRPr>
            </a:lvl4pPr>
            <a:lvl5pPr algn="l">
              <a:defRPr sz="975" b="1">
                <a:solidFill>
                  <a:srgbClr val="536176"/>
                </a:solidFill>
              </a:defRPr>
            </a:lvl5pPr>
            <a:lvl6pPr algn="l">
              <a:defRPr sz="975" b="1">
                <a:solidFill>
                  <a:srgbClr val="536176"/>
                </a:solidFill>
              </a:defRPr>
            </a:lvl6pPr>
            <a:lvl7pPr algn="l">
              <a:defRPr sz="975" b="1">
                <a:solidFill>
                  <a:srgbClr val="536176"/>
                </a:solidFill>
              </a:defRPr>
            </a:lvl7pPr>
            <a:lvl8pPr algn="l">
              <a:defRPr sz="975" b="1">
                <a:solidFill>
                  <a:srgbClr val="536176"/>
                </a:solidFill>
              </a:defRPr>
            </a:lvl8pPr>
            <a:lvl9pPr algn="l">
              <a:defRPr sz="975" b="1">
                <a:solidFill>
                  <a:srgbClr val="536176"/>
                </a:solidFill>
              </a:defRPr>
            </a:lvl9pPr>
          </a:lstStyle>
          <a:p xmlns:a="http://schemas.openxmlformats.org/drawingml/2006/main">
            <a:pPr algn="l">
              <a:defRPr sz="975" b="1">
                <a:solidFill>
                  <a:srgbClr val="536176"/>
                </a:solidFill>
              </a:defRPr>
            </a:pPr>
            <a:r>
              <a:rPr sz="975" b="1">
                <a:solidFill>
                  <a:srgbClr val="536176"/>
                </a:solidFill>
              </a:rPr>
              <a:t>DULCEMIEL  ·  CRITERIO 5</a:t>
            </a:r>
          </a:p>
        </p:txBody>
      </p:sp>
      <p:sp>
        <p:nvSpPr>
          <p:cNvPr id="6" name="">
            <a:extLst xmlns:a="http://schemas.openxmlformats.org/drawingml/2006/main">
              <a:ext uri="{FF2B5EF4-FFF2-40B4-BE49-F238E27FC236}">
                <a16:creationId xmlns:a16="http://schemas.microsoft.com/office/drawing/2014/main" id="{9DDB7819-2439-4496-AC14-69E6050F74A0}"/>
              </a:ext>
            </a:extLst>
          </p:cNvPr>
          <p:cNvSpPr>
            <a:spLocks xmlns:a="http://schemas.openxmlformats.org/drawingml/2006/main" noGrp="1"/>
          </p:cNvSpPr>
          <p:nvPr/>
        </p:nvSpPr>
        <p:spPr>
          <a:xfrm xmlns:a="http://schemas.openxmlformats.org/drawingml/2006/main">
            <a:off x="11096625"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36176"/>
                </a:solidFill>
              </a:defRPr>
            </a:defPPr>
            <a:lvl1pPr algn="r">
              <a:defRPr sz="1050" b="1">
                <a:solidFill>
                  <a:srgbClr val="536176"/>
                </a:solidFill>
              </a:defRPr>
            </a:lvl1pPr>
            <a:lvl2pPr algn="r">
              <a:defRPr sz="1050" b="1">
                <a:solidFill>
                  <a:srgbClr val="536176"/>
                </a:solidFill>
              </a:defRPr>
            </a:lvl2pPr>
            <a:lvl3pPr algn="r">
              <a:defRPr sz="1050" b="1">
                <a:solidFill>
                  <a:srgbClr val="536176"/>
                </a:solidFill>
              </a:defRPr>
            </a:lvl3pPr>
            <a:lvl4pPr algn="r">
              <a:defRPr sz="1050" b="1">
                <a:solidFill>
                  <a:srgbClr val="536176"/>
                </a:solidFill>
              </a:defRPr>
            </a:lvl4pPr>
            <a:lvl5pPr algn="r">
              <a:defRPr sz="1050" b="1">
                <a:solidFill>
                  <a:srgbClr val="536176"/>
                </a:solidFill>
              </a:defRPr>
            </a:lvl5pPr>
            <a:lvl6pPr algn="r">
              <a:defRPr sz="1050" b="1">
                <a:solidFill>
                  <a:srgbClr val="536176"/>
                </a:solidFill>
              </a:defRPr>
            </a:lvl6pPr>
            <a:lvl7pPr algn="r">
              <a:defRPr sz="1050" b="1">
                <a:solidFill>
                  <a:srgbClr val="536176"/>
                </a:solidFill>
              </a:defRPr>
            </a:lvl7pPr>
            <a:lvl8pPr algn="r">
              <a:defRPr sz="1050" b="1">
                <a:solidFill>
                  <a:srgbClr val="536176"/>
                </a:solidFill>
              </a:defRPr>
            </a:lvl8pPr>
            <a:lvl9pPr algn="r">
              <a:defRPr sz="1050" b="1">
                <a:solidFill>
                  <a:srgbClr val="536176"/>
                </a:solidFill>
              </a:defRPr>
            </a:lvl9pPr>
          </a:lstStyle>
          <a:p xmlns:a="http://schemas.openxmlformats.org/drawingml/2006/main">
            <a:pPr algn="r">
              <a:defRPr sz="1050" b="1">
                <a:solidFill>
                  <a:srgbClr val="536176"/>
                </a:solidFill>
              </a:defRPr>
            </a:pPr>
            <a:r>
              <a:rPr sz="1050" b="1">
                <a:solidFill>
                  <a:srgbClr val="536176"/>
                </a:solidFill>
              </a:rPr>
              <a:t>04</a:t>
            </a:r>
          </a:p>
        </p:txBody>
      </p:sp>
      <p:sp>
        <p:nvSpPr>
          <p:cNvPr id="7" name="">
            <a:extLst xmlns:a="http://schemas.openxmlformats.org/drawingml/2006/main">
              <a:ext uri="{FF2B5EF4-FFF2-40B4-BE49-F238E27FC236}">
                <a16:creationId xmlns:a16="http://schemas.microsoft.com/office/drawing/2014/main" id="{DC1D5274-9742-4B31-B107-E79C799047F0}"/>
              </a:ext>
            </a:extLst>
          </p:cNvPr>
          <p:cNvSpPr>
            <a:spLocks xmlns:a="http://schemas.openxmlformats.org/drawingml/2006/main" noGrp="1"/>
          </p:cNvSpPr>
          <p:nvPr/>
        </p:nvSpPr>
        <p:spPr>
          <a:xfrm xmlns:a="http://schemas.openxmlformats.org/drawingml/2006/main">
            <a:off x="609600" y="1828800"/>
            <a:ext cx="3505200" cy="2533650"/>
          </a:xfrm>
          <a:prstGeom xmlns:a="http://schemas.openxmlformats.org/drawingml/2006/main" prst="roundRect">
            <a:avLst>
              <a:gd name="adj" fmla="val 4511"/>
            </a:avLst>
          </a:prstGeom>
          <a:solidFill xmlns:a="http://schemas.openxmlformats.org/drawingml/2006/main">
            <a:srgbClr val="FFFFFF"/>
          </a:solidFill>
          <a:ln xmlns:a="http://schemas.openxmlformats.org/drawingml/2006/main" w="9525">
            <a:solidFill>
              <a:srgbClr val="E7DFD0"/>
            </a:solidFill>
            <a:prstDash val="solid"/>
          </a:ln>
        </p:spPr>
      </p:sp>
      <p:sp>
        <p:nvSpPr>
          <p:cNvPr id="8" name="">
            <a:extLst xmlns:a="http://schemas.openxmlformats.org/drawingml/2006/main">
              <a:ext uri="{FF2B5EF4-FFF2-40B4-BE49-F238E27FC236}">
                <a16:creationId xmlns:a16="http://schemas.microsoft.com/office/drawing/2014/main" id="{1B066C8A-E83F-4143-BFAE-436A2E80B02F}"/>
              </a:ext>
            </a:extLst>
          </p:cNvPr>
          <p:cNvSpPr>
            <a:spLocks xmlns:a="http://schemas.openxmlformats.org/drawingml/2006/main" noGrp="1"/>
          </p:cNvSpPr>
          <p:nvPr/>
        </p:nvSpPr>
        <p:spPr>
          <a:xfrm xmlns:a="http://schemas.openxmlformats.org/drawingml/2006/main">
            <a:off x="609600" y="1828800"/>
            <a:ext cx="3505200" cy="85725"/>
          </a:xfrm>
          <a:prstGeom xmlns:a="http://schemas.openxmlformats.org/drawingml/2006/main" prst="roundRect">
            <a:avLst>
              <a:gd name="adj" fmla="val 50000"/>
            </a:avLst>
          </a:prstGeom>
          <a:solidFill xmlns:a="http://schemas.openxmlformats.org/drawingml/2006/main">
            <a:srgbClr val="4F6F9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3766E33-31CB-4E61-A623-7476D7F652FE}"/>
              </a:ext>
            </a:extLst>
          </p:cNvPr>
          <p:cNvSpPr>
            <a:spLocks xmlns:a="http://schemas.openxmlformats.org/drawingml/2006/main" noGrp="1"/>
          </p:cNvSpPr>
          <p:nvPr/>
        </p:nvSpPr>
        <p:spPr>
          <a:xfrm xmlns:a="http://schemas.openxmlformats.org/drawingml/2006/main">
            <a:off x="838200" y="208597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1A2C"/>
                </a:solidFill>
              </a:defRPr>
            </a:defPPr>
            <a:lvl1pPr algn="l">
              <a:defRPr sz="1800" b="1">
                <a:solidFill>
                  <a:srgbClr val="101A2C"/>
                </a:solidFill>
              </a:defRPr>
            </a:lvl1pPr>
            <a:lvl2pPr algn="l">
              <a:defRPr sz="1800" b="1">
                <a:solidFill>
                  <a:srgbClr val="101A2C"/>
                </a:solidFill>
              </a:defRPr>
            </a:lvl2pPr>
            <a:lvl3pPr algn="l">
              <a:defRPr sz="1800" b="1">
                <a:solidFill>
                  <a:srgbClr val="101A2C"/>
                </a:solidFill>
              </a:defRPr>
            </a:lvl3pPr>
            <a:lvl4pPr algn="l">
              <a:defRPr sz="1800" b="1">
                <a:solidFill>
                  <a:srgbClr val="101A2C"/>
                </a:solidFill>
              </a:defRPr>
            </a:lvl4pPr>
            <a:lvl5pPr algn="l">
              <a:defRPr sz="1800" b="1">
                <a:solidFill>
                  <a:srgbClr val="101A2C"/>
                </a:solidFill>
              </a:defRPr>
            </a:lvl5pPr>
            <a:lvl6pPr algn="l">
              <a:defRPr sz="1800" b="1">
                <a:solidFill>
                  <a:srgbClr val="101A2C"/>
                </a:solidFill>
              </a:defRPr>
            </a:lvl6pPr>
            <a:lvl7pPr algn="l">
              <a:defRPr sz="1800" b="1">
                <a:solidFill>
                  <a:srgbClr val="101A2C"/>
                </a:solidFill>
              </a:defRPr>
            </a:lvl7pPr>
            <a:lvl8pPr algn="l">
              <a:defRPr sz="1800" b="1">
                <a:solidFill>
                  <a:srgbClr val="101A2C"/>
                </a:solidFill>
              </a:defRPr>
            </a:lvl8pPr>
            <a:lvl9pPr algn="l">
              <a:defRPr sz="1800" b="1">
                <a:solidFill>
                  <a:srgbClr val="101A2C"/>
                </a:solidFill>
              </a:defRPr>
            </a:lvl9pPr>
          </a:lstStyle>
          <a:p xmlns:a="http://schemas.openxmlformats.org/drawingml/2006/main">
            <a:pPr algn="l">
              <a:defRPr sz="1800" b="1">
                <a:solidFill>
                  <a:srgbClr val="101A2C"/>
                </a:solidFill>
              </a:defRPr>
            </a:pPr>
            <a:r>
              <a:rPr sz="1800" b="1">
                <a:solidFill>
                  <a:srgbClr val="101A2C"/>
                </a:solidFill>
              </a:rPr>
              <a:t>1 · Cliente HTTP</a:t>
            </a:r>
          </a:p>
        </p:txBody>
      </p:sp>
      <p:sp>
        <p:nvSpPr>
          <p:cNvPr id="10" name="">
            <a:extLst xmlns:a="http://schemas.openxmlformats.org/drawingml/2006/main">
              <a:ext uri="{FF2B5EF4-FFF2-40B4-BE49-F238E27FC236}">
                <a16:creationId xmlns:a16="http://schemas.microsoft.com/office/drawing/2014/main" id="{25A3A9C7-A186-45CC-8C9C-B22D1F40998D}"/>
              </a:ext>
            </a:extLst>
          </p:cNvPr>
          <p:cNvSpPr>
            <a:spLocks xmlns:a="http://schemas.openxmlformats.org/drawingml/2006/main" noGrp="1"/>
          </p:cNvSpPr>
          <p:nvPr/>
        </p:nvSpPr>
        <p:spPr>
          <a:xfrm xmlns:a="http://schemas.openxmlformats.org/drawingml/2006/main">
            <a:off x="838200" y="2600325"/>
            <a:ext cx="304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176"/>
                </a:solidFill>
              </a:defRPr>
            </a:defPPr>
            <a:lvl1pPr algn="l">
              <a:defRPr sz="1425" b="0">
                <a:solidFill>
                  <a:srgbClr val="536176"/>
                </a:solidFill>
              </a:defRPr>
            </a:lvl1pPr>
            <a:lvl2pPr algn="l">
              <a:defRPr sz="1425" b="0">
                <a:solidFill>
                  <a:srgbClr val="536176"/>
                </a:solidFill>
              </a:defRPr>
            </a:lvl2pPr>
            <a:lvl3pPr algn="l">
              <a:defRPr sz="1425" b="0">
                <a:solidFill>
                  <a:srgbClr val="536176"/>
                </a:solidFill>
              </a:defRPr>
            </a:lvl3pPr>
            <a:lvl4pPr algn="l">
              <a:defRPr sz="1425" b="0">
                <a:solidFill>
                  <a:srgbClr val="536176"/>
                </a:solidFill>
              </a:defRPr>
            </a:lvl4pPr>
            <a:lvl5pPr algn="l">
              <a:defRPr sz="1425" b="0">
                <a:solidFill>
                  <a:srgbClr val="536176"/>
                </a:solidFill>
              </a:defRPr>
            </a:lvl5pPr>
            <a:lvl6pPr algn="l">
              <a:defRPr sz="1425" b="0">
                <a:solidFill>
                  <a:srgbClr val="536176"/>
                </a:solidFill>
              </a:defRPr>
            </a:lvl6pPr>
            <a:lvl7pPr algn="l">
              <a:defRPr sz="1425" b="0">
                <a:solidFill>
                  <a:srgbClr val="536176"/>
                </a:solidFill>
              </a:defRPr>
            </a:lvl7pPr>
            <a:lvl8pPr algn="l">
              <a:defRPr sz="1425" b="0">
                <a:solidFill>
                  <a:srgbClr val="536176"/>
                </a:solidFill>
              </a:defRPr>
            </a:lvl8pPr>
            <a:lvl9pPr algn="l">
              <a:defRPr sz="1425" b="0">
                <a:solidFill>
                  <a:srgbClr val="536176"/>
                </a:solidFill>
              </a:defRPr>
            </a:lvl9pPr>
          </a:lstStyle>
          <a:p xmlns:a="http://schemas.openxmlformats.org/drawingml/2006/main">
            <a:pPr algn="l">
              <a:defRPr sz="1425" b="0">
                <a:solidFill>
                  <a:srgbClr val="536176"/>
                </a:solidFill>
              </a:defRPr>
            </a:pPr>
            <a:r>
              <a:rPr sz="1425" b="0">
                <a:solidFill>
                  <a:srgbClr val="536176"/>
                </a:solidFill>
              </a:rPr>
              <a:t>Una instancia Retrofit</a:t>
            </a:r>
          </a:p>
          <a:p xmlns:a="http://schemas.openxmlformats.org/drawingml/2006/main">
            <a:pPr algn="l">
              <a:defRPr sz="1425" b="0">
                <a:solidFill>
                  <a:srgbClr val="536176"/>
                </a:solidFill>
              </a:defRPr>
            </a:pPr>
            <a:r>
              <a:rPr sz="1425" b="0">
                <a:solidFill>
                  <a:srgbClr val="536176"/>
                </a:solidFill>
              </a:rPr>
              <a:t>OkHttp + Gson</a:t>
            </a:r>
          </a:p>
          <a:p xmlns:a="http://schemas.openxmlformats.org/drawingml/2006/main">
            <a:pPr algn="l">
              <a:defRPr sz="1425" b="0">
                <a:solidFill>
                  <a:srgbClr val="536176"/>
                </a:solidFill>
              </a:defRPr>
            </a:pPr>
            <a:r>
              <a:rPr sz="1425" b="0">
                <a:solidFill>
                  <a:srgbClr val="536176"/>
                </a:solidFill>
              </a:rPr>
              <a:t>TokenInterceptor agrega credenciales</a:t>
            </a:r>
          </a:p>
          <a:p xmlns:a="http://schemas.openxmlformats.org/drawingml/2006/main">
            <a:pPr algn="l">
              <a:defRPr sz="1425" b="0">
                <a:solidFill>
                  <a:srgbClr val="536176"/>
                </a:solidFill>
              </a:defRPr>
            </a:pPr>
            <a:r>
              <a:rPr sz="1425" b="0">
                <a:solidFill>
                  <a:srgbClr val="536176"/>
                </a:solidFill>
              </a:rPr>
              <a:t>Tiempos límite configurados</a:t>
            </a:r>
          </a:p>
        </p:txBody>
      </p:sp>
      <p:sp>
        <p:nvSpPr>
          <p:cNvPr id="11" name="">
            <a:extLst xmlns:a="http://schemas.openxmlformats.org/drawingml/2006/main">
              <a:ext uri="{FF2B5EF4-FFF2-40B4-BE49-F238E27FC236}">
                <a16:creationId xmlns:a16="http://schemas.microsoft.com/office/drawing/2014/main" id="{5ED5BD58-27D5-443D-840D-FE77531E05F3}"/>
              </a:ext>
            </a:extLst>
          </p:cNvPr>
          <p:cNvSpPr>
            <a:spLocks xmlns:a="http://schemas.openxmlformats.org/drawingml/2006/main" noGrp="1"/>
          </p:cNvSpPr>
          <p:nvPr/>
        </p:nvSpPr>
        <p:spPr>
          <a:xfrm xmlns:a="http://schemas.openxmlformats.org/drawingml/2006/main">
            <a:off x="4343400" y="1828800"/>
            <a:ext cx="3505200" cy="2533650"/>
          </a:xfrm>
          <a:prstGeom xmlns:a="http://schemas.openxmlformats.org/drawingml/2006/main" prst="roundRect">
            <a:avLst>
              <a:gd name="adj" fmla="val 4511"/>
            </a:avLst>
          </a:prstGeom>
          <a:solidFill xmlns:a="http://schemas.openxmlformats.org/drawingml/2006/main">
            <a:srgbClr val="FFFFFF"/>
          </a:solidFill>
          <a:ln xmlns:a="http://schemas.openxmlformats.org/drawingml/2006/main" w="9525">
            <a:solidFill>
              <a:srgbClr val="E7DFD0"/>
            </a:solidFill>
            <a:prstDash val="solid"/>
          </a:ln>
        </p:spPr>
      </p:sp>
      <p:sp>
        <p:nvSpPr>
          <p:cNvPr id="12" name="">
            <a:extLst xmlns:a="http://schemas.openxmlformats.org/drawingml/2006/main">
              <a:ext uri="{FF2B5EF4-FFF2-40B4-BE49-F238E27FC236}">
                <a16:creationId xmlns:a16="http://schemas.microsoft.com/office/drawing/2014/main" id="{0DC3E93D-8F8B-429D-B7FE-B71433943F77}"/>
              </a:ext>
            </a:extLst>
          </p:cNvPr>
          <p:cNvSpPr>
            <a:spLocks xmlns:a="http://schemas.openxmlformats.org/drawingml/2006/main" noGrp="1"/>
          </p:cNvSpPr>
          <p:nvPr/>
        </p:nvSpPr>
        <p:spPr>
          <a:xfrm xmlns:a="http://schemas.openxmlformats.org/drawingml/2006/main">
            <a:off x="4343400" y="1828800"/>
            <a:ext cx="3505200" cy="85725"/>
          </a:xfrm>
          <a:prstGeom xmlns:a="http://schemas.openxmlformats.org/drawingml/2006/main" prst="roundRect">
            <a:avLst>
              <a:gd name="adj" fmla="val 50000"/>
            </a:avLst>
          </a:prstGeom>
          <a:solidFill xmlns:a="http://schemas.openxmlformats.org/drawingml/2006/main">
            <a:srgbClr val="D8880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0638C1D-9853-4204-A512-9E3348AC7E3B}"/>
              </a:ext>
            </a:extLst>
          </p:cNvPr>
          <p:cNvSpPr>
            <a:spLocks xmlns:a="http://schemas.openxmlformats.org/drawingml/2006/main" noGrp="1"/>
          </p:cNvSpPr>
          <p:nvPr/>
        </p:nvSpPr>
        <p:spPr>
          <a:xfrm xmlns:a="http://schemas.openxmlformats.org/drawingml/2006/main">
            <a:off x="4572000" y="208597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1A2C"/>
                </a:solidFill>
              </a:defRPr>
            </a:defPPr>
            <a:lvl1pPr algn="l">
              <a:defRPr sz="1800" b="1">
                <a:solidFill>
                  <a:srgbClr val="101A2C"/>
                </a:solidFill>
              </a:defRPr>
            </a:lvl1pPr>
            <a:lvl2pPr algn="l">
              <a:defRPr sz="1800" b="1">
                <a:solidFill>
                  <a:srgbClr val="101A2C"/>
                </a:solidFill>
              </a:defRPr>
            </a:lvl2pPr>
            <a:lvl3pPr algn="l">
              <a:defRPr sz="1800" b="1">
                <a:solidFill>
                  <a:srgbClr val="101A2C"/>
                </a:solidFill>
              </a:defRPr>
            </a:lvl3pPr>
            <a:lvl4pPr algn="l">
              <a:defRPr sz="1800" b="1">
                <a:solidFill>
                  <a:srgbClr val="101A2C"/>
                </a:solidFill>
              </a:defRPr>
            </a:lvl4pPr>
            <a:lvl5pPr algn="l">
              <a:defRPr sz="1800" b="1">
                <a:solidFill>
                  <a:srgbClr val="101A2C"/>
                </a:solidFill>
              </a:defRPr>
            </a:lvl5pPr>
            <a:lvl6pPr algn="l">
              <a:defRPr sz="1800" b="1">
                <a:solidFill>
                  <a:srgbClr val="101A2C"/>
                </a:solidFill>
              </a:defRPr>
            </a:lvl6pPr>
            <a:lvl7pPr algn="l">
              <a:defRPr sz="1800" b="1">
                <a:solidFill>
                  <a:srgbClr val="101A2C"/>
                </a:solidFill>
              </a:defRPr>
            </a:lvl7pPr>
            <a:lvl8pPr algn="l">
              <a:defRPr sz="1800" b="1">
                <a:solidFill>
                  <a:srgbClr val="101A2C"/>
                </a:solidFill>
              </a:defRPr>
            </a:lvl8pPr>
            <a:lvl9pPr algn="l">
              <a:defRPr sz="1800" b="1">
                <a:solidFill>
                  <a:srgbClr val="101A2C"/>
                </a:solidFill>
              </a:defRPr>
            </a:lvl9pPr>
          </a:lstStyle>
          <a:p xmlns:a="http://schemas.openxmlformats.org/drawingml/2006/main">
            <a:pPr algn="l">
              <a:defRPr sz="1800" b="1">
                <a:solidFill>
                  <a:srgbClr val="101A2C"/>
                </a:solidFill>
              </a:defRPr>
            </a:pPr>
            <a:r>
              <a:rPr sz="1800" b="1">
                <a:solidFill>
                  <a:srgbClr val="101A2C"/>
                </a:solidFill>
              </a:rPr>
              <a:t>2 · Servicios</a:t>
            </a:r>
          </a:p>
        </p:txBody>
      </p:sp>
      <p:sp>
        <p:nvSpPr>
          <p:cNvPr id="14" name="">
            <a:extLst xmlns:a="http://schemas.openxmlformats.org/drawingml/2006/main">
              <a:ext uri="{FF2B5EF4-FFF2-40B4-BE49-F238E27FC236}">
                <a16:creationId xmlns:a16="http://schemas.microsoft.com/office/drawing/2014/main" id="{6AF5E79A-177C-4A57-BE0D-F4B976AB59DE}"/>
              </a:ext>
            </a:extLst>
          </p:cNvPr>
          <p:cNvSpPr>
            <a:spLocks xmlns:a="http://schemas.openxmlformats.org/drawingml/2006/main" noGrp="1"/>
          </p:cNvSpPr>
          <p:nvPr/>
        </p:nvSpPr>
        <p:spPr>
          <a:xfrm xmlns:a="http://schemas.openxmlformats.org/drawingml/2006/main">
            <a:off x="4572000" y="2600325"/>
            <a:ext cx="304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176"/>
                </a:solidFill>
              </a:defRPr>
            </a:defPPr>
            <a:lvl1pPr algn="l">
              <a:defRPr sz="1425" b="0">
                <a:solidFill>
                  <a:srgbClr val="536176"/>
                </a:solidFill>
              </a:defRPr>
            </a:lvl1pPr>
            <a:lvl2pPr algn="l">
              <a:defRPr sz="1425" b="0">
                <a:solidFill>
                  <a:srgbClr val="536176"/>
                </a:solidFill>
              </a:defRPr>
            </a:lvl2pPr>
            <a:lvl3pPr algn="l">
              <a:defRPr sz="1425" b="0">
                <a:solidFill>
                  <a:srgbClr val="536176"/>
                </a:solidFill>
              </a:defRPr>
            </a:lvl3pPr>
            <a:lvl4pPr algn="l">
              <a:defRPr sz="1425" b="0">
                <a:solidFill>
                  <a:srgbClr val="536176"/>
                </a:solidFill>
              </a:defRPr>
            </a:lvl4pPr>
            <a:lvl5pPr algn="l">
              <a:defRPr sz="1425" b="0">
                <a:solidFill>
                  <a:srgbClr val="536176"/>
                </a:solidFill>
              </a:defRPr>
            </a:lvl5pPr>
            <a:lvl6pPr algn="l">
              <a:defRPr sz="1425" b="0">
                <a:solidFill>
                  <a:srgbClr val="536176"/>
                </a:solidFill>
              </a:defRPr>
            </a:lvl6pPr>
            <a:lvl7pPr algn="l">
              <a:defRPr sz="1425" b="0">
                <a:solidFill>
                  <a:srgbClr val="536176"/>
                </a:solidFill>
              </a:defRPr>
            </a:lvl7pPr>
            <a:lvl8pPr algn="l">
              <a:defRPr sz="1425" b="0">
                <a:solidFill>
                  <a:srgbClr val="536176"/>
                </a:solidFill>
              </a:defRPr>
            </a:lvl8pPr>
            <a:lvl9pPr algn="l">
              <a:defRPr sz="1425" b="0">
                <a:solidFill>
                  <a:srgbClr val="536176"/>
                </a:solidFill>
              </a:defRPr>
            </a:lvl9pPr>
          </a:lstStyle>
          <a:p xmlns:a="http://schemas.openxmlformats.org/drawingml/2006/main">
            <a:pPr algn="l">
              <a:defRPr sz="1425" b="0">
                <a:solidFill>
                  <a:srgbClr val="536176"/>
                </a:solidFill>
              </a:defRPr>
            </a:pPr>
            <a:r>
              <a:rPr sz="1425" b="0">
                <a:solidFill>
                  <a:srgbClr val="536176"/>
                </a:solidFill>
              </a:rPr>
              <a:t>Interfaces separadas por dominio:</a:t>
            </a:r>
          </a:p>
          <a:p xmlns:a="http://schemas.openxmlformats.org/drawingml/2006/main">
            <a:pPr algn="l">
              <a:defRPr sz="1425" b="0">
                <a:solidFill>
                  <a:srgbClr val="536176"/>
                </a:solidFill>
              </a:defRPr>
            </a:pPr>
            <a:r>
              <a:rPr sz="1425" b="0">
                <a:solidFill>
                  <a:srgbClr val="536176"/>
                </a:solidFill>
              </a:rPr>
              <a:t>autenticación, catálogo, carrito,</a:t>
            </a:r>
          </a:p>
          <a:p xmlns:a="http://schemas.openxmlformats.org/drawingml/2006/main">
            <a:pPr algn="l">
              <a:defRPr sz="1425" b="0">
                <a:solidFill>
                  <a:srgbClr val="536176"/>
                </a:solidFill>
              </a:defRPr>
            </a:pPr>
            <a:r>
              <a:rPr sz="1425" b="0">
                <a:solidFill>
                  <a:srgbClr val="536176"/>
                </a:solidFill>
              </a:rPr>
              <a:t>pedidos, administración, promociones</a:t>
            </a:r>
          </a:p>
          <a:p xmlns:a="http://schemas.openxmlformats.org/drawingml/2006/main">
            <a:pPr algn="l">
              <a:defRPr sz="1425" b="0">
                <a:solidFill>
                  <a:srgbClr val="536176"/>
                </a:solidFill>
              </a:defRPr>
            </a:pPr>
            <a:r>
              <a:rPr sz="1425" b="0">
                <a:solidFill>
                  <a:srgbClr val="536176"/>
                </a:solidFill>
              </a:rPr>
              <a:t>y contenido del sitio</a:t>
            </a:r>
          </a:p>
        </p:txBody>
      </p:sp>
      <p:sp>
        <p:nvSpPr>
          <p:cNvPr id="15" name="">
            <a:extLst xmlns:a="http://schemas.openxmlformats.org/drawingml/2006/main">
              <a:ext uri="{FF2B5EF4-FFF2-40B4-BE49-F238E27FC236}">
                <a16:creationId xmlns:a16="http://schemas.microsoft.com/office/drawing/2014/main" id="{E78A834B-3D3C-4D69-9234-661518543857}"/>
              </a:ext>
            </a:extLst>
          </p:cNvPr>
          <p:cNvSpPr>
            <a:spLocks xmlns:a="http://schemas.openxmlformats.org/drawingml/2006/main" noGrp="1"/>
          </p:cNvSpPr>
          <p:nvPr/>
        </p:nvSpPr>
        <p:spPr>
          <a:xfrm xmlns:a="http://schemas.openxmlformats.org/drawingml/2006/main">
            <a:off x="8077200" y="1828800"/>
            <a:ext cx="3505200" cy="2533650"/>
          </a:xfrm>
          <a:prstGeom xmlns:a="http://schemas.openxmlformats.org/drawingml/2006/main" prst="roundRect">
            <a:avLst>
              <a:gd name="adj" fmla="val 4511"/>
            </a:avLst>
          </a:prstGeom>
          <a:solidFill xmlns:a="http://schemas.openxmlformats.org/drawingml/2006/main">
            <a:srgbClr val="FFFFFF"/>
          </a:solidFill>
          <a:ln xmlns:a="http://schemas.openxmlformats.org/drawingml/2006/main" w="9525">
            <a:solidFill>
              <a:srgbClr val="E7DFD0"/>
            </a:solidFill>
            <a:prstDash val="solid"/>
          </a:ln>
        </p:spPr>
      </p:sp>
      <p:sp>
        <p:nvSpPr>
          <p:cNvPr id="16" name="">
            <a:extLst xmlns:a="http://schemas.openxmlformats.org/drawingml/2006/main">
              <a:ext uri="{FF2B5EF4-FFF2-40B4-BE49-F238E27FC236}">
                <a16:creationId xmlns:a16="http://schemas.microsoft.com/office/drawing/2014/main" id="{614CA143-F88B-43AF-9105-4ACCAFBAF823}"/>
              </a:ext>
            </a:extLst>
          </p:cNvPr>
          <p:cNvSpPr>
            <a:spLocks xmlns:a="http://schemas.openxmlformats.org/drawingml/2006/main" noGrp="1"/>
          </p:cNvSpPr>
          <p:nvPr/>
        </p:nvSpPr>
        <p:spPr>
          <a:xfrm xmlns:a="http://schemas.openxmlformats.org/drawingml/2006/main">
            <a:off x="8077200" y="1828800"/>
            <a:ext cx="3505200" cy="85725"/>
          </a:xfrm>
          <a:prstGeom xmlns:a="http://schemas.openxmlformats.org/drawingml/2006/main" prst="roundRect">
            <a:avLst>
              <a:gd name="adj" fmla="val 50000"/>
            </a:avLst>
          </a:prstGeom>
          <a:solidFill xmlns:a="http://schemas.openxmlformats.org/drawingml/2006/main">
            <a:srgbClr val="2F7A5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023EFAE-9DFC-4F6D-941F-C7566CF703AB}"/>
              </a:ext>
            </a:extLst>
          </p:cNvPr>
          <p:cNvSpPr>
            <a:spLocks xmlns:a="http://schemas.openxmlformats.org/drawingml/2006/main" noGrp="1"/>
          </p:cNvSpPr>
          <p:nvPr/>
        </p:nvSpPr>
        <p:spPr>
          <a:xfrm xmlns:a="http://schemas.openxmlformats.org/drawingml/2006/main">
            <a:off x="8305800" y="208597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1A2C"/>
                </a:solidFill>
              </a:defRPr>
            </a:defPPr>
            <a:lvl1pPr algn="l">
              <a:defRPr sz="1800" b="1">
                <a:solidFill>
                  <a:srgbClr val="101A2C"/>
                </a:solidFill>
              </a:defRPr>
            </a:lvl1pPr>
            <a:lvl2pPr algn="l">
              <a:defRPr sz="1800" b="1">
                <a:solidFill>
                  <a:srgbClr val="101A2C"/>
                </a:solidFill>
              </a:defRPr>
            </a:lvl2pPr>
            <a:lvl3pPr algn="l">
              <a:defRPr sz="1800" b="1">
                <a:solidFill>
                  <a:srgbClr val="101A2C"/>
                </a:solidFill>
              </a:defRPr>
            </a:lvl3pPr>
            <a:lvl4pPr algn="l">
              <a:defRPr sz="1800" b="1">
                <a:solidFill>
                  <a:srgbClr val="101A2C"/>
                </a:solidFill>
              </a:defRPr>
            </a:lvl4pPr>
            <a:lvl5pPr algn="l">
              <a:defRPr sz="1800" b="1">
                <a:solidFill>
                  <a:srgbClr val="101A2C"/>
                </a:solidFill>
              </a:defRPr>
            </a:lvl5pPr>
            <a:lvl6pPr algn="l">
              <a:defRPr sz="1800" b="1">
                <a:solidFill>
                  <a:srgbClr val="101A2C"/>
                </a:solidFill>
              </a:defRPr>
            </a:lvl6pPr>
            <a:lvl7pPr algn="l">
              <a:defRPr sz="1800" b="1">
                <a:solidFill>
                  <a:srgbClr val="101A2C"/>
                </a:solidFill>
              </a:defRPr>
            </a:lvl7pPr>
            <a:lvl8pPr algn="l">
              <a:defRPr sz="1800" b="1">
                <a:solidFill>
                  <a:srgbClr val="101A2C"/>
                </a:solidFill>
              </a:defRPr>
            </a:lvl8pPr>
            <a:lvl9pPr algn="l">
              <a:defRPr sz="1800" b="1">
                <a:solidFill>
                  <a:srgbClr val="101A2C"/>
                </a:solidFill>
              </a:defRPr>
            </a:lvl9pPr>
          </a:lstStyle>
          <a:p xmlns:a="http://schemas.openxmlformats.org/drawingml/2006/main">
            <a:pPr algn="l">
              <a:defRPr sz="1800" b="1">
                <a:solidFill>
                  <a:srgbClr val="101A2C"/>
                </a:solidFill>
              </a:defRPr>
            </a:pPr>
            <a:r>
              <a:rPr sz="1800" b="1">
                <a:solidFill>
                  <a:srgbClr val="101A2C"/>
                </a:solidFill>
              </a:rPr>
              <a:t>3 · Ejecución</a:t>
            </a:r>
          </a:p>
        </p:txBody>
      </p:sp>
      <p:sp>
        <p:nvSpPr>
          <p:cNvPr id="18" name="">
            <a:extLst xmlns:a="http://schemas.openxmlformats.org/drawingml/2006/main">
              <a:ext uri="{FF2B5EF4-FFF2-40B4-BE49-F238E27FC236}">
                <a16:creationId xmlns:a16="http://schemas.microsoft.com/office/drawing/2014/main" id="{A6B46034-78B7-4020-A09C-998CAA3EAFF6}"/>
              </a:ext>
            </a:extLst>
          </p:cNvPr>
          <p:cNvSpPr>
            <a:spLocks xmlns:a="http://schemas.openxmlformats.org/drawingml/2006/main" noGrp="1"/>
          </p:cNvSpPr>
          <p:nvPr/>
        </p:nvSpPr>
        <p:spPr>
          <a:xfrm xmlns:a="http://schemas.openxmlformats.org/drawingml/2006/main">
            <a:off x="8305800" y="2600325"/>
            <a:ext cx="304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176"/>
                </a:solidFill>
              </a:defRPr>
            </a:defPPr>
            <a:lvl1pPr algn="l">
              <a:defRPr sz="1425" b="0">
                <a:solidFill>
                  <a:srgbClr val="536176"/>
                </a:solidFill>
              </a:defRPr>
            </a:lvl1pPr>
            <a:lvl2pPr algn="l">
              <a:defRPr sz="1425" b="0">
                <a:solidFill>
                  <a:srgbClr val="536176"/>
                </a:solidFill>
              </a:defRPr>
            </a:lvl2pPr>
            <a:lvl3pPr algn="l">
              <a:defRPr sz="1425" b="0">
                <a:solidFill>
                  <a:srgbClr val="536176"/>
                </a:solidFill>
              </a:defRPr>
            </a:lvl3pPr>
            <a:lvl4pPr algn="l">
              <a:defRPr sz="1425" b="0">
                <a:solidFill>
                  <a:srgbClr val="536176"/>
                </a:solidFill>
              </a:defRPr>
            </a:lvl4pPr>
            <a:lvl5pPr algn="l">
              <a:defRPr sz="1425" b="0">
                <a:solidFill>
                  <a:srgbClr val="536176"/>
                </a:solidFill>
              </a:defRPr>
            </a:lvl5pPr>
            <a:lvl6pPr algn="l">
              <a:defRPr sz="1425" b="0">
                <a:solidFill>
                  <a:srgbClr val="536176"/>
                </a:solidFill>
              </a:defRPr>
            </a:lvl6pPr>
            <a:lvl7pPr algn="l">
              <a:defRPr sz="1425" b="0">
                <a:solidFill>
                  <a:srgbClr val="536176"/>
                </a:solidFill>
              </a:defRPr>
            </a:lvl7pPr>
            <a:lvl8pPr algn="l">
              <a:defRPr sz="1425" b="0">
                <a:solidFill>
                  <a:srgbClr val="536176"/>
                </a:solidFill>
              </a:defRPr>
            </a:lvl8pPr>
            <a:lvl9pPr algn="l">
              <a:defRPr sz="1425" b="0">
                <a:solidFill>
                  <a:srgbClr val="536176"/>
                </a:solidFill>
              </a:defRPr>
            </a:lvl9pPr>
          </a:lstStyle>
          <a:p xmlns:a="http://schemas.openxmlformats.org/drawingml/2006/main">
            <a:pPr algn="l">
              <a:defRPr sz="1425" b="0">
                <a:solidFill>
                  <a:srgbClr val="536176"/>
                </a:solidFill>
              </a:defRPr>
            </a:pPr>
            <a:r>
              <a:rPr sz="1425" b="0">
                <a:solidFill>
                  <a:srgbClr val="536176"/>
                </a:solidFill>
              </a:rPr>
              <a:t>Funciones suspend</a:t>
            </a:r>
          </a:p>
          <a:p xmlns:a="http://schemas.openxmlformats.org/drawingml/2006/main">
            <a:pPr algn="l">
              <a:defRPr sz="1425" b="0">
                <a:solidFill>
                  <a:srgbClr val="536176"/>
                </a:solidFill>
              </a:defRPr>
            </a:pPr>
            <a:r>
              <a:rPr sz="1425" b="0">
                <a:solidFill>
                  <a:srgbClr val="536176"/>
                </a:solidFill>
              </a:rPr>
              <a:t>viewModelScope.launch</a:t>
            </a:r>
          </a:p>
          <a:p xmlns:a="http://schemas.openxmlformats.org/drawingml/2006/main">
            <a:pPr algn="l">
              <a:defRPr sz="1425" b="0">
                <a:solidFill>
                  <a:srgbClr val="536176"/>
                </a:solidFill>
              </a:defRPr>
            </a:pPr>
            <a:r>
              <a:rPr sz="1425" b="0">
                <a:solidFill>
                  <a:srgbClr val="536176"/>
                </a:solidFill>
              </a:rPr>
              <a:t>El estado de carga y el resultado</a:t>
            </a:r>
          </a:p>
          <a:p xmlns:a="http://schemas.openxmlformats.org/drawingml/2006/main">
            <a:pPr algn="l">
              <a:defRPr sz="1425" b="0">
                <a:solidFill>
                  <a:srgbClr val="536176"/>
                </a:solidFill>
              </a:defRPr>
            </a:pPr>
            <a:r>
              <a:rPr sz="1425" b="0">
                <a:solidFill>
                  <a:srgbClr val="536176"/>
                </a:solidFill>
              </a:rPr>
              <a:t>se reflejan en la interfaz</a:t>
            </a:r>
          </a:p>
        </p:txBody>
      </p:sp>
      <p:sp>
        <p:nvSpPr>
          <p:cNvPr id="19" name="">
            <a:extLst xmlns:a="http://schemas.openxmlformats.org/drawingml/2006/main">
              <a:ext uri="{FF2B5EF4-FFF2-40B4-BE49-F238E27FC236}">
                <a16:creationId xmlns:a16="http://schemas.microsoft.com/office/drawing/2014/main" id="{B0603B17-8002-4719-A112-9612450F5E7F}"/>
              </a:ext>
            </a:extLst>
          </p:cNvPr>
          <p:cNvSpPr>
            <a:spLocks xmlns:a="http://schemas.openxmlformats.org/drawingml/2006/main" noGrp="1"/>
          </p:cNvSpPr>
          <p:nvPr/>
        </p:nvSpPr>
        <p:spPr>
          <a:xfrm xmlns:a="http://schemas.openxmlformats.org/drawingml/2006/main">
            <a:off x="3981450" y="2809875"/>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D8880B"/>
                </a:solidFill>
              </a:defRPr>
            </a:defPPr>
            <a:lvl1pPr algn="ctr">
              <a:defRPr sz="2100" b="1">
                <a:solidFill>
                  <a:srgbClr val="D8880B"/>
                </a:solidFill>
              </a:defRPr>
            </a:lvl1pPr>
            <a:lvl2pPr algn="ctr">
              <a:defRPr sz="2100" b="1">
                <a:solidFill>
                  <a:srgbClr val="D8880B"/>
                </a:solidFill>
              </a:defRPr>
            </a:lvl2pPr>
            <a:lvl3pPr algn="ctr">
              <a:defRPr sz="2100" b="1">
                <a:solidFill>
                  <a:srgbClr val="D8880B"/>
                </a:solidFill>
              </a:defRPr>
            </a:lvl3pPr>
            <a:lvl4pPr algn="ctr">
              <a:defRPr sz="2100" b="1">
                <a:solidFill>
                  <a:srgbClr val="D8880B"/>
                </a:solidFill>
              </a:defRPr>
            </a:lvl4pPr>
            <a:lvl5pPr algn="ctr">
              <a:defRPr sz="2100" b="1">
                <a:solidFill>
                  <a:srgbClr val="D8880B"/>
                </a:solidFill>
              </a:defRPr>
            </a:lvl5pPr>
            <a:lvl6pPr algn="ctr">
              <a:defRPr sz="2100" b="1">
                <a:solidFill>
                  <a:srgbClr val="D8880B"/>
                </a:solidFill>
              </a:defRPr>
            </a:lvl6pPr>
            <a:lvl7pPr algn="ctr">
              <a:defRPr sz="2100" b="1">
                <a:solidFill>
                  <a:srgbClr val="D8880B"/>
                </a:solidFill>
              </a:defRPr>
            </a:lvl7pPr>
            <a:lvl8pPr algn="ctr">
              <a:defRPr sz="2100" b="1">
                <a:solidFill>
                  <a:srgbClr val="D8880B"/>
                </a:solidFill>
              </a:defRPr>
            </a:lvl8pPr>
            <a:lvl9pPr algn="ctr">
              <a:defRPr sz="2100" b="1">
                <a:solidFill>
                  <a:srgbClr val="D8880B"/>
                </a:solidFill>
              </a:defRPr>
            </a:lvl9pPr>
          </a:lstStyle>
          <a:p xmlns:a="http://schemas.openxmlformats.org/drawingml/2006/main">
            <a:pPr algn="ctr">
              <a:defRPr sz="2100" b="1">
                <a:solidFill>
                  <a:srgbClr val="D8880B"/>
                </a:solidFill>
              </a:defRPr>
            </a:pPr>
            <a:r>
              <a:rPr sz="2100" b="1">
                <a:solidFill>
                  <a:srgbClr val="D8880B"/>
                </a:solidFill>
              </a:rPr>
              <a:t>→</a:t>
            </a:r>
          </a:p>
        </p:txBody>
      </p:sp>
      <p:sp>
        <p:nvSpPr>
          <p:cNvPr id="20" name="">
            <a:extLst xmlns:a="http://schemas.openxmlformats.org/drawingml/2006/main">
              <a:ext uri="{FF2B5EF4-FFF2-40B4-BE49-F238E27FC236}">
                <a16:creationId xmlns:a16="http://schemas.microsoft.com/office/drawing/2014/main" id="{DBE9BC6D-10F7-4FB8-BBC3-D5787943AAC0}"/>
              </a:ext>
            </a:extLst>
          </p:cNvPr>
          <p:cNvSpPr>
            <a:spLocks xmlns:a="http://schemas.openxmlformats.org/drawingml/2006/main" noGrp="1"/>
          </p:cNvSpPr>
          <p:nvPr/>
        </p:nvSpPr>
        <p:spPr>
          <a:xfrm xmlns:a="http://schemas.openxmlformats.org/drawingml/2006/main">
            <a:off x="7715250" y="2809875"/>
            <a:ext cx="34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D8880B"/>
                </a:solidFill>
              </a:defRPr>
            </a:defPPr>
            <a:lvl1pPr algn="ctr">
              <a:defRPr sz="2100" b="1">
                <a:solidFill>
                  <a:srgbClr val="D8880B"/>
                </a:solidFill>
              </a:defRPr>
            </a:lvl1pPr>
            <a:lvl2pPr algn="ctr">
              <a:defRPr sz="2100" b="1">
                <a:solidFill>
                  <a:srgbClr val="D8880B"/>
                </a:solidFill>
              </a:defRPr>
            </a:lvl2pPr>
            <a:lvl3pPr algn="ctr">
              <a:defRPr sz="2100" b="1">
                <a:solidFill>
                  <a:srgbClr val="D8880B"/>
                </a:solidFill>
              </a:defRPr>
            </a:lvl3pPr>
            <a:lvl4pPr algn="ctr">
              <a:defRPr sz="2100" b="1">
                <a:solidFill>
                  <a:srgbClr val="D8880B"/>
                </a:solidFill>
              </a:defRPr>
            </a:lvl4pPr>
            <a:lvl5pPr algn="ctr">
              <a:defRPr sz="2100" b="1">
                <a:solidFill>
                  <a:srgbClr val="D8880B"/>
                </a:solidFill>
              </a:defRPr>
            </a:lvl5pPr>
            <a:lvl6pPr algn="ctr">
              <a:defRPr sz="2100" b="1">
                <a:solidFill>
                  <a:srgbClr val="D8880B"/>
                </a:solidFill>
              </a:defRPr>
            </a:lvl6pPr>
            <a:lvl7pPr algn="ctr">
              <a:defRPr sz="2100" b="1">
                <a:solidFill>
                  <a:srgbClr val="D8880B"/>
                </a:solidFill>
              </a:defRPr>
            </a:lvl7pPr>
            <a:lvl8pPr algn="ctr">
              <a:defRPr sz="2100" b="1">
                <a:solidFill>
                  <a:srgbClr val="D8880B"/>
                </a:solidFill>
              </a:defRPr>
            </a:lvl8pPr>
            <a:lvl9pPr algn="ctr">
              <a:defRPr sz="2100" b="1">
                <a:solidFill>
                  <a:srgbClr val="D8880B"/>
                </a:solidFill>
              </a:defRPr>
            </a:lvl9pPr>
          </a:lstStyle>
          <a:p xmlns:a="http://schemas.openxmlformats.org/drawingml/2006/main">
            <a:pPr algn="ctr">
              <a:defRPr sz="2100" b="1">
                <a:solidFill>
                  <a:srgbClr val="D8880B"/>
                </a:solidFill>
              </a:defRPr>
            </a:pPr>
            <a:r>
              <a:rPr sz="2100" b="1">
                <a:solidFill>
                  <a:srgbClr val="D8880B"/>
                </a:solidFill>
              </a:rPr>
              <a:t>→</a:t>
            </a:r>
          </a:p>
        </p:txBody>
      </p:sp>
      <p:sp>
        <p:nvSpPr>
          <p:cNvPr id="21" name="">
            <a:extLst xmlns:a="http://schemas.openxmlformats.org/drawingml/2006/main">
              <a:ext uri="{FF2B5EF4-FFF2-40B4-BE49-F238E27FC236}">
                <a16:creationId xmlns:a16="http://schemas.microsoft.com/office/drawing/2014/main" id="{993A54CE-E4BD-4D9A-A616-CDCC2124CD38}"/>
              </a:ext>
            </a:extLst>
          </p:cNvPr>
          <p:cNvSpPr>
            <a:spLocks xmlns:a="http://schemas.openxmlformats.org/drawingml/2006/main" noGrp="1"/>
          </p:cNvSpPr>
          <p:nvPr/>
        </p:nvSpPr>
        <p:spPr>
          <a:xfrm xmlns:a="http://schemas.openxmlformats.org/drawingml/2006/main">
            <a:off x="609600" y="4686300"/>
            <a:ext cx="10972800" cy="1104900"/>
          </a:xfrm>
          <a:prstGeom xmlns:a="http://schemas.openxmlformats.org/drawingml/2006/main" prst="roundRect">
            <a:avLst>
              <a:gd name="adj" fmla="val 10345"/>
            </a:avLst>
          </a:prstGeom>
          <a:solidFill xmlns:a="http://schemas.openxmlformats.org/drawingml/2006/main">
            <a:srgbClr val="101A2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0BF1D4E-3CB3-4CC4-8571-84573B6B404E}"/>
              </a:ext>
            </a:extLst>
          </p:cNvPr>
          <p:cNvSpPr>
            <a:spLocks xmlns:a="http://schemas.openxmlformats.org/drawingml/2006/main" noGrp="1"/>
          </p:cNvSpPr>
          <p:nvPr/>
        </p:nvSpPr>
        <p:spPr>
          <a:xfrm xmlns:a="http://schemas.openxmlformats.org/drawingml/2006/main">
            <a:off x="857250" y="487680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F6C85F"/>
                </a:solidFill>
              </a:defRPr>
            </a:defPPr>
            <a:lvl1pPr algn="l">
              <a:defRPr sz="1350" b="1">
                <a:solidFill>
                  <a:srgbClr val="F6C85F"/>
                </a:solidFill>
              </a:defRPr>
            </a:lvl1pPr>
            <a:lvl2pPr algn="l">
              <a:defRPr sz="1350" b="1">
                <a:solidFill>
                  <a:srgbClr val="F6C85F"/>
                </a:solidFill>
              </a:defRPr>
            </a:lvl2pPr>
            <a:lvl3pPr algn="l">
              <a:defRPr sz="1350" b="1">
                <a:solidFill>
                  <a:srgbClr val="F6C85F"/>
                </a:solidFill>
              </a:defRPr>
            </a:lvl3pPr>
            <a:lvl4pPr algn="l">
              <a:defRPr sz="1350" b="1">
                <a:solidFill>
                  <a:srgbClr val="F6C85F"/>
                </a:solidFill>
              </a:defRPr>
            </a:lvl4pPr>
            <a:lvl5pPr algn="l">
              <a:defRPr sz="1350" b="1">
                <a:solidFill>
                  <a:srgbClr val="F6C85F"/>
                </a:solidFill>
              </a:defRPr>
            </a:lvl5pPr>
            <a:lvl6pPr algn="l">
              <a:defRPr sz="1350" b="1">
                <a:solidFill>
                  <a:srgbClr val="F6C85F"/>
                </a:solidFill>
              </a:defRPr>
            </a:lvl6pPr>
            <a:lvl7pPr algn="l">
              <a:defRPr sz="1350" b="1">
                <a:solidFill>
                  <a:srgbClr val="F6C85F"/>
                </a:solidFill>
              </a:defRPr>
            </a:lvl7pPr>
            <a:lvl8pPr algn="l">
              <a:defRPr sz="1350" b="1">
                <a:solidFill>
                  <a:srgbClr val="F6C85F"/>
                </a:solidFill>
              </a:defRPr>
            </a:lvl8pPr>
            <a:lvl9pPr algn="l">
              <a:defRPr sz="1350" b="1">
                <a:solidFill>
                  <a:srgbClr val="F6C85F"/>
                </a:solidFill>
              </a:defRPr>
            </a:lvl9pPr>
          </a:lstStyle>
          <a:p xmlns:a="http://schemas.openxmlformats.org/drawingml/2006/main">
            <a:pPr algn="l">
              <a:defRPr sz="1350" b="1">
                <a:solidFill>
                  <a:srgbClr val="F6C85F"/>
                </a:solidFill>
              </a:defRPr>
            </a:pPr>
            <a:r>
              <a:rPr sz="1350" b="1">
                <a:solidFill>
                  <a:srgbClr val="F6C85F"/>
                </a:solidFill>
              </a:rPr>
              <a:t>URL local de desarrollo</a:t>
            </a:r>
          </a:p>
        </p:txBody>
      </p:sp>
      <p:sp>
        <p:nvSpPr>
          <p:cNvPr id="23" name="">
            <a:extLst xmlns:a="http://schemas.openxmlformats.org/drawingml/2006/main">
              <a:ext uri="{FF2B5EF4-FFF2-40B4-BE49-F238E27FC236}">
                <a16:creationId xmlns:a16="http://schemas.microsoft.com/office/drawing/2014/main" id="{62AEABF7-D2CD-4C79-9769-6312F9113180}"/>
              </a:ext>
            </a:extLst>
          </p:cNvPr>
          <p:cNvSpPr>
            <a:spLocks xmlns:a="http://schemas.openxmlformats.org/drawingml/2006/main" noGrp="1"/>
          </p:cNvSpPr>
          <p:nvPr/>
        </p:nvSpPr>
        <p:spPr>
          <a:xfrm xmlns:a="http://schemas.openxmlformats.org/drawingml/2006/main">
            <a:off x="3714750" y="48196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FF9EC"/>
                </a:solidFill>
              </a:defRPr>
            </a:defPPr>
            <a:lvl1pPr algn="l">
              <a:defRPr sz="1800" b="1">
                <a:solidFill>
                  <a:srgbClr val="FFF9EC"/>
                </a:solidFill>
              </a:defRPr>
            </a:lvl1pPr>
            <a:lvl2pPr algn="l">
              <a:defRPr sz="1800" b="1">
                <a:solidFill>
                  <a:srgbClr val="FFF9EC"/>
                </a:solidFill>
              </a:defRPr>
            </a:lvl2pPr>
            <a:lvl3pPr algn="l">
              <a:defRPr sz="1800" b="1">
                <a:solidFill>
                  <a:srgbClr val="FFF9EC"/>
                </a:solidFill>
              </a:defRPr>
            </a:lvl3pPr>
            <a:lvl4pPr algn="l">
              <a:defRPr sz="1800" b="1">
                <a:solidFill>
                  <a:srgbClr val="FFF9EC"/>
                </a:solidFill>
              </a:defRPr>
            </a:lvl4pPr>
            <a:lvl5pPr algn="l">
              <a:defRPr sz="1800" b="1">
                <a:solidFill>
                  <a:srgbClr val="FFF9EC"/>
                </a:solidFill>
              </a:defRPr>
            </a:lvl5pPr>
            <a:lvl6pPr algn="l">
              <a:defRPr sz="1800" b="1">
                <a:solidFill>
                  <a:srgbClr val="FFF9EC"/>
                </a:solidFill>
              </a:defRPr>
            </a:lvl6pPr>
            <a:lvl7pPr algn="l">
              <a:defRPr sz="1800" b="1">
                <a:solidFill>
                  <a:srgbClr val="FFF9EC"/>
                </a:solidFill>
              </a:defRPr>
            </a:lvl7pPr>
            <a:lvl8pPr algn="l">
              <a:defRPr sz="1800" b="1">
                <a:solidFill>
                  <a:srgbClr val="FFF9EC"/>
                </a:solidFill>
              </a:defRPr>
            </a:lvl8pPr>
            <a:lvl9pPr algn="l">
              <a:defRPr sz="1800" b="1">
                <a:solidFill>
                  <a:srgbClr val="FFF9EC"/>
                </a:solidFill>
              </a:defRPr>
            </a:lvl9pPr>
          </a:lstStyle>
          <a:p xmlns:a="http://schemas.openxmlformats.org/drawingml/2006/main">
            <a:pPr algn="l">
              <a:defRPr sz="1800" b="1">
                <a:solidFill>
                  <a:srgbClr val="FFF9EC"/>
                </a:solidFill>
              </a:defRPr>
            </a:pPr>
            <a:r>
              <a:rPr sz="1800" b="1">
                <a:solidFill>
                  <a:srgbClr val="FFF9EC"/>
                </a:solidFill>
              </a:rPr>
              <a:t>http://10.0.2.2:5000/api/</a:t>
            </a:r>
          </a:p>
        </p:txBody>
      </p:sp>
      <p:sp>
        <p:nvSpPr>
          <p:cNvPr id="24" name="">
            <a:extLst xmlns:a="http://schemas.openxmlformats.org/drawingml/2006/main">
              <a:ext uri="{FF2B5EF4-FFF2-40B4-BE49-F238E27FC236}">
                <a16:creationId xmlns:a16="http://schemas.microsoft.com/office/drawing/2014/main" id="{B694B4D4-0CD3-4932-B4AE-39B8D814626A}"/>
              </a:ext>
            </a:extLst>
          </p:cNvPr>
          <p:cNvSpPr>
            <a:spLocks xmlns:a="http://schemas.openxmlformats.org/drawingml/2006/main" noGrp="1"/>
          </p:cNvSpPr>
          <p:nvPr/>
        </p:nvSpPr>
        <p:spPr>
          <a:xfrm xmlns:a="http://schemas.openxmlformats.org/drawingml/2006/main">
            <a:off x="857250" y="5276850"/>
            <a:ext cx="9858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D5DDEA"/>
                </a:solidFill>
              </a:defRPr>
            </a:defPPr>
            <a:lvl1pPr algn="l">
              <a:defRPr sz="1350" b="0">
                <a:solidFill>
                  <a:srgbClr val="D5DDEA"/>
                </a:solidFill>
              </a:defRPr>
            </a:lvl1pPr>
            <a:lvl2pPr algn="l">
              <a:defRPr sz="1350" b="0">
                <a:solidFill>
                  <a:srgbClr val="D5DDEA"/>
                </a:solidFill>
              </a:defRPr>
            </a:lvl2pPr>
            <a:lvl3pPr algn="l">
              <a:defRPr sz="1350" b="0">
                <a:solidFill>
                  <a:srgbClr val="D5DDEA"/>
                </a:solidFill>
              </a:defRPr>
            </a:lvl3pPr>
            <a:lvl4pPr algn="l">
              <a:defRPr sz="1350" b="0">
                <a:solidFill>
                  <a:srgbClr val="D5DDEA"/>
                </a:solidFill>
              </a:defRPr>
            </a:lvl4pPr>
            <a:lvl5pPr algn="l">
              <a:defRPr sz="1350" b="0">
                <a:solidFill>
                  <a:srgbClr val="D5DDEA"/>
                </a:solidFill>
              </a:defRPr>
            </a:lvl5pPr>
            <a:lvl6pPr algn="l">
              <a:defRPr sz="1350" b="0">
                <a:solidFill>
                  <a:srgbClr val="D5DDEA"/>
                </a:solidFill>
              </a:defRPr>
            </a:lvl6pPr>
            <a:lvl7pPr algn="l">
              <a:defRPr sz="1350" b="0">
                <a:solidFill>
                  <a:srgbClr val="D5DDEA"/>
                </a:solidFill>
              </a:defRPr>
            </a:lvl7pPr>
            <a:lvl8pPr algn="l">
              <a:defRPr sz="1350" b="0">
                <a:solidFill>
                  <a:srgbClr val="D5DDEA"/>
                </a:solidFill>
              </a:defRPr>
            </a:lvl8pPr>
            <a:lvl9pPr algn="l">
              <a:defRPr sz="1350" b="0">
                <a:solidFill>
                  <a:srgbClr val="D5DDEA"/>
                </a:solidFill>
              </a:defRPr>
            </a:lvl9pPr>
          </a:lstStyle>
          <a:p xmlns:a="http://schemas.openxmlformats.org/drawingml/2006/main">
            <a:pPr algn="l">
              <a:defRPr sz="1350" b="0">
                <a:solidFill>
                  <a:srgbClr val="D5DDEA"/>
                </a:solidFill>
              </a:defRPr>
            </a:pPr>
            <a:r>
              <a:rPr sz="1350" b="0">
                <a:solidFill>
                  <a:srgbClr val="D5DDEA"/>
                </a:solidFill>
              </a:rPr>
              <a:t>En el emulador Android, 10.0.2.2 apunta al equipo anfitrión.</a:t>
            </a:r>
          </a:p>
        </p:txBody>
      </p:sp>
    </p:spTree>
    <p:extLst>
      <p:ext uri="{BB962C8B-B14F-4D97-AF65-F5344CB8AC3E}">
        <p14:creationId xmlns:p14="http://schemas.microsoft.com/office/powerpoint/2010/main" val="1766109566"/>
      </p:ext>
    </p:extLst>
  </p:cSld>
</p:sld>
</file>

<file path=ppt/slides/slide5.xml><?xml version="1.0" encoding="utf-8"?>
<p:sld xmlns:p="http://schemas.openxmlformats.org/presentationml/2006/main">
  <p:cSld>
    <p:bg>
      <p:bgPr>
        <a:solidFill xmlns:a="http://schemas.openxmlformats.org/drawingml/2006/main">
          <a:srgbClr val="FFF9E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1F07C8FD-D982-43ED-A4E9-B1F6A2B47CC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A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20D0B5-5C1F-40D0-A50F-511BD468BBCF}"/>
              </a:ext>
            </a:extLst>
          </p:cNvPr>
          <p:cNvSpPr>
            <a:spLocks xmlns:a="http://schemas.openxmlformats.org/drawingml/2006/main" noGrp="1"/>
          </p:cNvSpPr>
          <p:nvPr/>
        </p:nvSpPr>
        <p:spPr>
          <a:xfrm xmlns:a="http://schemas.openxmlformats.org/drawingml/2006/main">
            <a:off x="609600" y="333375"/>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D8880B"/>
                </a:solidFill>
              </a:defRPr>
            </a:defPPr>
            <a:lvl1pPr algn="l">
              <a:defRPr sz="1200" b="1">
                <a:solidFill>
                  <a:srgbClr val="D8880B"/>
                </a:solidFill>
              </a:defRPr>
            </a:lvl1pPr>
            <a:lvl2pPr algn="l">
              <a:defRPr sz="1200" b="1">
                <a:solidFill>
                  <a:srgbClr val="D8880B"/>
                </a:solidFill>
              </a:defRPr>
            </a:lvl2pPr>
            <a:lvl3pPr algn="l">
              <a:defRPr sz="1200" b="1">
                <a:solidFill>
                  <a:srgbClr val="D8880B"/>
                </a:solidFill>
              </a:defRPr>
            </a:lvl3pPr>
            <a:lvl4pPr algn="l">
              <a:defRPr sz="1200" b="1">
                <a:solidFill>
                  <a:srgbClr val="D8880B"/>
                </a:solidFill>
              </a:defRPr>
            </a:lvl4pPr>
            <a:lvl5pPr algn="l">
              <a:defRPr sz="1200" b="1">
                <a:solidFill>
                  <a:srgbClr val="D8880B"/>
                </a:solidFill>
              </a:defRPr>
            </a:lvl5pPr>
            <a:lvl6pPr algn="l">
              <a:defRPr sz="1200" b="1">
                <a:solidFill>
                  <a:srgbClr val="D8880B"/>
                </a:solidFill>
              </a:defRPr>
            </a:lvl6pPr>
            <a:lvl7pPr algn="l">
              <a:defRPr sz="1200" b="1">
                <a:solidFill>
                  <a:srgbClr val="D8880B"/>
                </a:solidFill>
              </a:defRPr>
            </a:lvl7pPr>
            <a:lvl8pPr algn="l">
              <a:defRPr sz="1200" b="1">
                <a:solidFill>
                  <a:srgbClr val="D8880B"/>
                </a:solidFill>
              </a:defRPr>
            </a:lvl8pPr>
            <a:lvl9pPr algn="l">
              <a:defRPr sz="1200" b="1">
                <a:solidFill>
                  <a:srgbClr val="D8880B"/>
                </a:solidFill>
              </a:defRPr>
            </a:lvl9pPr>
          </a:lstStyle>
          <a:p xmlns:a="http://schemas.openxmlformats.org/drawingml/2006/main">
            <a:pPr algn="l">
              <a:defRPr sz="1200" b="1">
                <a:solidFill>
                  <a:srgbClr val="D8880B"/>
                </a:solidFill>
              </a:defRPr>
            </a:pPr>
            <a:r>
              <a:rPr sz="1200" b="1">
                <a:solidFill>
                  <a:srgbClr val="D8880B"/>
                </a:solidFill>
              </a:rPr>
              <a:t>RESPUESTAS · MANEJO DE ERRORES</a:t>
            </a:r>
          </a:p>
        </p:txBody>
      </p:sp>
      <p:sp>
        <p:nvSpPr>
          <p:cNvPr id="3" name="">
            <a:extLst xmlns:a="http://schemas.openxmlformats.org/drawingml/2006/main">
              <a:ext uri="{FF2B5EF4-FFF2-40B4-BE49-F238E27FC236}">
                <a16:creationId xmlns:a16="http://schemas.microsoft.com/office/drawing/2014/main" id="{D38FE137-82DB-440A-974C-ED4F41BD69DD}"/>
              </a:ext>
            </a:extLst>
          </p:cNvPr>
          <p:cNvSpPr>
            <a:spLocks xmlns:a="http://schemas.openxmlformats.org/drawingml/2006/main" noGrp="1"/>
          </p:cNvSpPr>
          <p:nvPr/>
        </p:nvSpPr>
        <p:spPr>
          <a:xfrm xmlns:a="http://schemas.openxmlformats.org/drawingml/2006/main">
            <a:off x="609600" y="638175"/>
            <a:ext cx="1095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101A2C"/>
                </a:solidFill>
              </a:defRPr>
            </a:defPPr>
            <a:lvl1pPr algn="l">
              <a:defRPr sz="3150" b="1">
                <a:solidFill>
                  <a:srgbClr val="101A2C"/>
                </a:solidFill>
              </a:defRPr>
            </a:lvl1pPr>
            <a:lvl2pPr algn="l">
              <a:defRPr sz="3150" b="1">
                <a:solidFill>
                  <a:srgbClr val="101A2C"/>
                </a:solidFill>
              </a:defRPr>
            </a:lvl2pPr>
            <a:lvl3pPr algn="l">
              <a:defRPr sz="3150" b="1">
                <a:solidFill>
                  <a:srgbClr val="101A2C"/>
                </a:solidFill>
              </a:defRPr>
            </a:lvl3pPr>
            <a:lvl4pPr algn="l">
              <a:defRPr sz="3150" b="1">
                <a:solidFill>
                  <a:srgbClr val="101A2C"/>
                </a:solidFill>
              </a:defRPr>
            </a:lvl4pPr>
            <a:lvl5pPr algn="l">
              <a:defRPr sz="3150" b="1">
                <a:solidFill>
                  <a:srgbClr val="101A2C"/>
                </a:solidFill>
              </a:defRPr>
            </a:lvl5pPr>
            <a:lvl6pPr algn="l">
              <a:defRPr sz="3150" b="1">
                <a:solidFill>
                  <a:srgbClr val="101A2C"/>
                </a:solidFill>
              </a:defRPr>
            </a:lvl6pPr>
            <a:lvl7pPr algn="l">
              <a:defRPr sz="3150" b="1">
                <a:solidFill>
                  <a:srgbClr val="101A2C"/>
                </a:solidFill>
              </a:defRPr>
            </a:lvl7pPr>
            <a:lvl8pPr algn="l">
              <a:defRPr sz="3150" b="1">
                <a:solidFill>
                  <a:srgbClr val="101A2C"/>
                </a:solidFill>
              </a:defRPr>
            </a:lvl8pPr>
            <a:lvl9pPr algn="l">
              <a:defRPr sz="3150" b="1">
                <a:solidFill>
                  <a:srgbClr val="101A2C"/>
                </a:solidFill>
              </a:defRPr>
            </a:lvl9pPr>
          </a:lstStyle>
          <a:p xmlns:a="http://schemas.openxmlformats.org/drawingml/2006/main">
            <a:pPr algn="l">
              <a:defRPr sz="3150" b="1">
                <a:solidFill>
                  <a:srgbClr val="101A2C"/>
                </a:solidFill>
              </a:defRPr>
            </a:pPr>
            <a:r>
              <a:rPr sz="3150" b="1">
                <a:solidFill>
                  <a:srgbClr val="101A2C"/>
                </a:solidFill>
              </a:rPr>
              <a:t>Los errores se traducen en acciones comprensibles</a:t>
            </a:r>
          </a:p>
        </p:txBody>
      </p:sp>
      <p:sp>
        <p:nvSpPr>
          <p:cNvPr id="4" name="">
            <a:extLst xmlns:a="http://schemas.openxmlformats.org/drawingml/2006/main">
              <a:ext uri="{FF2B5EF4-FFF2-40B4-BE49-F238E27FC236}">
                <a16:creationId xmlns:a16="http://schemas.microsoft.com/office/drawing/2014/main" id="{E99C9448-766A-4047-885A-00F0A6DD438B}"/>
              </a:ext>
            </a:extLst>
          </p:cNvPr>
          <p:cNvSpPr>
            <a:spLocks xmlns:a="http://schemas.openxmlformats.org/drawingml/2006/main" noGrp="1"/>
          </p:cNvSpPr>
          <p:nvPr/>
        </p:nvSpPr>
        <p:spPr>
          <a:xfrm xmlns:a="http://schemas.openxmlformats.org/drawingml/2006/main">
            <a:off x="609600" y="6229350"/>
            <a:ext cx="10972800" cy="9525"/>
          </a:xfrm>
          <a:prstGeom xmlns:a="http://schemas.openxmlformats.org/drawingml/2006/main" prst="rect">
            <a:avLst/>
          </a:prstGeom>
          <a:solidFill xmlns:a="http://schemas.openxmlformats.org/drawingml/2006/main">
            <a:srgbClr val="E7DFD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C05EAB-7546-4470-8642-FB71DC7DEA00}"/>
              </a:ext>
            </a:extLst>
          </p:cNvPr>
          <p:cNvSpPr>
            <a:spLocks xmlns:a="http://schemas.openxmlformats.org/drawingml/2006/main" noGrp="1"/>
          </p:cNvSpPr>
          <p:nvPr/>
        </p:nvSpPr>
        <p:spPr>
          <a:xfrm xmlns:a="http://schemas.openxmlformats.org/drawingml/2006/main">
            <a:off x="609600" y="63436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36176"/>
                </a:solidFill>
              </a:defRPr>
            </a:defPPr>
            <a:lvl1pPr algn="l">
              <a:defRPr sz="975" b="1">
                <a:solidFill>
                  <a:srgbClr val="536176"/>
                </a:solidFill>
              </a:defRPr>
            </a:lvl1pPr>
            <a:lvl2pPr algn="l">
              <a:defRPr sz="975" b="1">
                <a:solidFill>
                  <a:srgbClr val="536176"/>
                </a:solidFill>
              </a:defRPr>
            </a:lvl2pPr>
            <a:lvl3pPr algn="l">
              <a:defRPr sz="975" b="1">
                <a:solidFill>
                  <a:srgbClr val="536176"/>
                </a:solidFill>
              </a:defRPr>
            </a:lvl3pPr>
            <a:lvl4pPr algn="l">
              <a:defRPr sz="975" b="1">
                <a:solidFill>
                  <a:srgbClr val="536176"/>
                </a:solidFill>
              </a:defRPr>
            </a:lvl4pPr>
            <a:lvl5pPr algn="l">
              <a:defRPr sz="975" b="1">
                <a:solidFill>
                  <a:srgbClr val="536176"/>
                </a:solidFill>
              </a:defRPr>
            </a:lvl5pPr>
            <a:lvl6pPr algn="l">
              <a:defRPr sz="975" b="1">
                <a:solidFill>
                  <a:srgbClr val="536176"/>
                </a:solidFill>
              </a:defRPr>
            </a:lvl6pPr>
            <a:lvl7pPr algn="l">
              <a:defRPr sz="975" b="1">
                <a:solidFill>
                  <a:srgbClr val="536176"/>
                </a:solidFill>
              </a:defRPr>
            </a:lvl7pPr>
            <a:lvl8pPr algn="l">
              <a:defRPr sz="975" b="1">
                <a:solidFill>
                  <a:srgbClr val="536176"/>
                </a:solidFill>
              </a:defRPr>
            </a:lvl8pPr>
            <a:lvl9pPr algn="l">
              <a:defRPr sz="975" b="1">
                <a:solidFill>
                  <a:srgbClr val="536176"/>
                </a:solidFill>
              </a:defRPr>
            </a:lvl9pPr>
          </a:lstStyle>
          <a:p xmlns:a="http://schemas.openxmlformats.org/drawingml/2006/main">
            <a:pPr algn="l">
              <a:defRPr sz="975" b="1">
                <a:solidFill>
                  <a:srgbClr val="536176"/>
                </a:solidFill>
              </a:defRPr>
            </a:pPr>
            <a:r>
              <a:rPr sz="975" b="1">
                <a:solidFill>
                  <a:srgbClr val="536176"/>
                </a:solidFill>
              </a:rPr>
              <a:t>DULCEMIEL  ·  CRITERIO 5</a:t>
            </a:r>
          </a:p>
        </p:txBody>
      </p:sp>
      <p:sp>
        <p:nvSpPr>
          <p:cNvPr id="6" name="">
            <a:extLst xmlns:a="http://schemas.openxmlformats.org/drawingml/2006/main">
              <a:ext uri="{FF2B5EF4-FFF2-40B4-BE49-F238E27FC236}">
                <a16:creationId xmlns:a16="http://schemas.microsoft.com/office/drawing/2014/main" id="{8C48AD5E-19FD-4A1C-8D03-C7BA267C1409}"/>
              </a:ext>
            </a:extLst>
          </p:cNvPr>
          <p:cNvSpPr>
            <a:spLocks xmlns:a="http://schemas.openxmlformats.org/drawingml/2006/main" noGrp="1"/>
          </p:cNvSpPr>
          <p:nvPr/>
        </p:nvSpPr>
        <p:spPr>
          <a:xfrm xmlns:a="http://schemas.openxmlformats.org/drawingml/2006/main">
            <a:off x="11096625" y="63246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36176"/>
                </a:solidFill>
              </a:defRPr>
            </a:defPPr>
            <a:lvl1pPr algn="r">
              <a:defRPr sz="1050" b="1">
                <a:solidFill>
                  <a:srgbClr val="536176"/>
                </a:solidFill>
              </a:defRPr>
            </a:lvl1pPr>
            <a:lvl2pPr algn="r">
              <a:defRPr sz="1050" b="1">
                <a:solidFill>
                  <a:srgbClr val="536176"/>
                </a:solidFill>
              </a:defRPr>
            </a:lvl2pPr>
            <a:lvl3pPr algn="r">
              <a:defRPr sz="1050" b="1">
                <a:solidFill>
                  <a:srgbClr val="536176"/>
                </a:solidFill>
              </a:defRPr>
            </a:lvl3pPr>
            <a:lvl4pPr algn="r">
              <a:defRPr sz="1050" b="1">
                <a:solidFill>
                  <a:srgbClr val="536176"/>
                </a:solidFill>
              </a:defRPr>
            </a:lvl4pPr>
            <a:lvl5pPr algn="r">
              <a:defRPr sz="1050" b="1">
                <a:solidFill>
                  <a:srgbClr val="536176"/>
                </a:solidFill>
              </a:defRPr>
            </a:lvl5pPr>
            <a:lvl6pPr algn="r">
              <a:defRPr sz="1050" b="1">
                <a:solidFill>
                  <a:srgbClr val="536176"/>
                </a:solidFill>
              </a:defRPr>
            </a:lvl6pPr>
            <a:lvl7pPr algn="r">
              <a:defRPr sz="1050" b="1">
                <a:solidFill>
                  <a:srgbClr val="536176"/>
                </a:solidFill>
              </a:defRPr>
            </a:lvl7pPr>
            <a:lvl8pPr algn="r">
              <a:defRPr sz="1050" b="1">
                <a:solidFill>
                  <a:srgbClr val="536176"/>
                </a:solidFill>
              </a:defRPr>
            </a:lvl8pPr>
            <a:lvl9pPr algn="r">
              <a:defRPr sz="1050" b="1">
                <a:solidFill>
                  <a:srgbClr val="536176"/>
                </a:solidFill>
              </a:defRPr>
            </a:lvl9pPr>
          </a:lstStyle>
          <a:p xmlns:a="http://schemas.openxmlformats.org/drawingml/2006/main">
            <a:pPr algn="r">
              <a:defRPr sz="1050" b="1">
                <a:solidFill>
                  <a:srgbClr val="536176"/>
                </a:solidFill>
              </a:defRPr>
            </a:pPr>
            <a:r>
              <a:rPr sz="1050" b="1">
                <a:solidFill>
                  <a:srgbClr val="536176"/>
                </a:solidFill>
              </a:rPr>
              <a:t>05</a:t>
            </a:r>
          </a:p>
        </p:txBody>
      </p:sp>
      <p:sp>
        <p:nvSpPr>
          <p:cNvPr id="7" name="">
            <a:extLst xmlns:a="http://schemas.openxmlformats.org/drawingml/2006/main">
              <a:ext uri="{FF2B5EF4-FFF2-40B4-BE49-F238E27FC236}">
                <a16:creationId xmlns:a16="http://schemas.microsoft.com/office/drawing/2014/main" id="{F7571CA5-6B5D-43A8-B434-0A8C134E15C8}"/>
              </a:ext>
            </a:extLst>
          </p:cNvPr>
          <p:cNvSpPr>
            <a:spLocks xmlns:a="http://schemas.openxmlformats.org/drawingml/2006/main" noGrp="1"/>
          </p:cNvSpPr>
          <p:nvPr/>
        </p:nvSpPr>
        <p:spPr>
          <a:xfrm xmlns:a="http://schemas.openxmlformats.org/drawingml/2006/main">
            <a:off x="609600" y="1562100"/>
            <a:ext cx="35052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0"/>
            </a:solidFill>
            <a:prstDash val="solid"/>
          </a:ln>
        </p:spPr>
      </p:sp>
      <p:sp>
        <p:nvSpPr>
          <p:cNvPr id="8" name="">
            <a:extLst xmlns:a="http://schemas.openxmlformats.org/drawingml/2006/main">
              <a:ext uri="{FF2B5EF4-FFF2-40B4-BE49-F238E27FC236}">
                <a16:creationId xmlns:a16="http://schemas.microsoft.com/office/drawing/2014/main" id="{653D2CEA-71CA-4E4B-AF96-C9FEC0044225}"/>
              </a:ext>
            </a:extLst>
          </p:cNvPr>
          <p:cNvSpPr>
            <a:spLocks xmlns:a="http://schemas.openxmlformats.org/drawingml/2006/main" noGrp="1"/>
          </p:cNvSpPr>
          <p:nvPr/>
        </p:nvSpPr>
        <p:spPr>
          <a:xfrm xmlns:a="http://schemas.openxmlformats.org/drawingml/2006/main">
            <a:off x="762000" y="1695450"/>
            <a:ext cx="6858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A1E9D7-D67E-4BC3-AD3F-4368B714B818}"/>
              </a:ext>
            </a:extLst>
          </p:cNvPr>
          <p:cNvSpPr>
            <a:spLocks xmlns:a="http://schemas.openxmlformats.org/drawingml/2006/main" noGrp="1"/>
          </p:cNvSpPr>
          <p:nvPr/>
        </p:nvSpPr>
        <p:spPr>
          <a:xfrm xmlns:a="http://schemas.openxmlformats.org/drawingml/2006/main">
            <a:off x="857250" y="1704975"/>
            <a:ext cx="495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D8880B"/>
                </a:solidFill>
              </a:defRPr>
            </a:defPPr>
            <a:lvl1pPr algn="ctr">
              <a:defRPr sz="1125" b="1">
                <a:solidFill>
                  <a:srgbClr val="D8880B"/>
                </a:solidFill>
              </a:defRPr>
            </a:lvl1pPr>
            <a:lvl2pPr algn="ctr">
              <a:defRPr sz="1125" b="1">
                <a:solidFill>
                  <a:srgbClr val="D8880B"/>
                </a:solidFill>
              </a:defRPr>
            </a:lvl2pPr>
            <a:lvl3pPr algn="ctr">
              <a:defRPr sz="1125" b="1">
                <a:solidFill>
                  <a:srgbClr val="D8880B"/>
                </a:solidFill>
              </a:defRPr>
            </a:lvl3pPr>
            <a:lvl4pPr algn="ctr">
              <a:defRPr sz="1125" b="1">
                <a:solidFill>
                  <a:srgbClr val="D8880B"/>
                </a:solidFill>
              </a:defRPr>
            </a:lvl4pPr>
            <a:lvl5pPr algn="ctr">
              <a:defRPr sz="1125" b="1">
                <a:solidFill>
                  <a:srgbClr val="D8880B"/>
                </a:solidFill>
              </a:defRPr>
            </a:lvl5pPr>
            <a:lvl6pPr algn="ctr">
              <a:defRPr sz="1125" b="1">
                <a:solidFill>
                  <a:srgbClr val="D8880B"/>
                </a:solidFill>
              </a:defRPr>
            </a:lvl6pPr>
            <a:lvl7pPr algn="ctr">
              <a:defRPr sz="1125" b="1">
                <a:solidFill>
                  <a:srgbClr val="D8880B"/>
                </a:solidFill>
              </a:defRPr>
            </a:lvl7pPr>
            <a:lvl8pPr algn="ctr">
              <a:defRPr sz="1125" b="1">
                <a:solidFill>
                  <a:srgbClr val="D8880B"/>
                </a:solidFill>
              </a:defRPr>
            </a:lvl8pPr>
            <a:lvl9pPr algn="ctr">
              <a:defRPr sz="1125" b="1">
                <a:solidFill>
                  <a:srgbClr val="D8880B"/>
                </a:solidFill>
              </a:defRPr>
            </a:lvl9pPr>
          </a:lstStyle>
          <a:p xmlns:a="http://schemas.openxmlformats.org/drawingml/2006/main">
            <a:pPr algn="ctr">
              <a:defRPr sz="1125" b="1">
                <a:solidFill>
                  <a:srgbClr val="D8880B"/>
                </a:solidFill>
              </a:defRPr>
            </a:pPr>
            <a:r>
              <a:rPr sz="1125" b="1">
                <a:solidFill>
                  <a:srgbClr val="D8880B"/>
                </a:solidFill>
              </a:rPr>
              <a:t>400</a:t>
            </a:r>
          </a:p>
        </p:txBody>
      </p:sp>
      <p:sp>
        <p:nvSpPr>
          <p:cNvPr id="10" name="">
            <a:extLst xmlns:a="http://schemas.openxmlformats.org/drawingml/2006/main">
              <a:ext uri="{FF2B5EF4-FFF2-40B4-BE49-F238E27FC236}">
                <a16:creationId xmlns:a16="http://schemas.microsoft.com/office/drawing/2014/main" id="{59E3E495-7810-4625-AA86-D5CC6585B196}"/>
              </a:ext>
            </a:extLst>
          </p:cNvPr>
          <p:cNvSpPr>
            <a:spLocks xmlns:a="http://schemas.openxmlformats.org/drawingml/2006/main" noGrp="1"/>
          </p:cNvSpPr>
          <p:nvPr/>
        </p:nvSpPr>
        <p:spPr>
          <a:xfrm xmlns:a="http://schemas.openxmlformats.org/drawingml/2006/main">
            <a:off x="1609725" y="1657350"/>
            <a:ext cx="2324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1A2C"/>
                </a:solidFill>
              </a:defRPr>
            </a:defPPr>
            <a:lvl1pPr algn="l">
              <a:defRPr sz="1350" b="1">
                <a:solidFill>
                  <a:srgbClr val="101A2C"/>
                </a:solidFill>
              </a:defRPr>
            </a:lvl1pPr>
            <a:lvl2pPr algn="l">
              <a:defRPr sz="1350" b="1">
                <a:solidFill>
                  <a:srgbClr val="101A2C"/>
                </a:solidFill>
              </a:defRPr>
            </a:lvl2pPr>
            <a:lvl3pPr algn="l">
              <a:defRPr sz="1350" b="1">
                <a:solidFill>
                  <a:srgbClr val="101A2C"/>
                </a:solidFill>
              </a:defRPr>
            </a:lvl3pPr>
            <a:lvl4pPr algn="l">
              <a:defRPr sz="1350" b="1">
                <a:solidFill>
                  <a:srgbClr val="101A2C"/>
                </a:solidFill>
              </a:defRPr>
            </a:lvl4pPr>
            <a:lvl5pPr algn="l">
              <a:defRPr sz="1350" b="1">
                <a:solidFill>
                  <a:srgbClr val="101A2C"/>
                </a:solidFill>
              </a:defRPr>
            </a:lvl5pPr>
            <a:lvl6pPr algn="l">
              <a:defRPr sz="1350" b="1">
                <a:solidFill>
                  <a:srgbClr val="101A2C"/>
                </a:solidFill>
              </a:defRPr>
            </a:lvl6pPr>
            <a:lvl7pPr algn="l">
              <a:defRPr sz="1350" b="1">
                <a:solidFill>
                  <a:srgbClr val="101A2C"/>
                </a:solidFill>
              </a:defRPr>
            </a:lvl7pPr>
            <a:lvl8pPr algn="l">
              <a:defRPr sz="1350" b="1">
                <a:solidFill>
                  <a:srgbClr val="101A2C"/>
                </a:solidFill>
              </a:defRPr>
            </a:lvl8pPr>
            <a:lvl9pPr algn="l">
              <a:defRPr sz="1350" b="1">
                <a:solidFill>
                  <a:srgbClr val="101A2C"/>
                </a:solidFill>
              </a:defRPr>
            </a:lvl9pPr>
          </a:lstStyle>
          <a:p xmlns:a="http://schemas.openxmlformats.org/drawingml/2006/main">
            <a:pPr algn="l">
              <a:defRPr sz="1350" b="1">
                <a:solidFill>
                  <a:srgbClr val="101A2C"/>
                </a:solidFill>
              </a:defRPr>
            </a:pPr>
            <a:r>
              <a:rPr sz="1350" b="1">
                <a:solidFill>
                  <a:srgbClr val="101A2C"/>
                </a:solidFill>
              </a:rPr>
              <a:t>Datos inválidos</a:t>
            </a:r>
          </a:p>
        </p:txBody>
      </p:sp>
      <p:sp>
        <p:nvSpPr>
          <p:cNvPr id="11" name="">
            <a:extLst xmlns:a="http://schemas.openxmlformats.org/drawingml/2006/main">
              <a:ext uri="{FF2B5EF4-FFF2-40B4-BE49-F238E27FC236}">
                <a16:creationId xmlns:a16="http://schemas.microsoft.com/office/drawing/2014/main" id="{0AF0DC28-16E2-401E-B6A0-7E56ABD5FC47}"/>
              </a:ext>
            </a:extLst>
          </p:cNvPr>
          <p:cNvSpPr>
            <a:spLocks xmlns:a="http://schemas.openxmlformats.org/drawingml/2006/main" noGrp="1"/>
          </p:cNvSpPr>
          <p:nvPr/>
        </p:nvSpPr>
        <p:spPr>
          <a:xfrm xmlns:a="http://schemas.openxmlformats.org/drawingml/2006/main">
            <a:off x="1609725" y="19621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536176"/>
                </a:solidFill>
              </a:defRPr>
            </a:defPPr>
            <a:lvl1pPr algn="l">
              <a:defRPr sz="1050" b="0">
                <a:solidFill>
                  <a:srgbClr val="536176"/>
                </a:solidFill>
              </a:defRPr>
            </a:lvl1pPr>
            <a:lvl2pPr algn="l">
              <a:defRPr sz="1050" b="0">
                <a:solidFill>
                  <a:srgbClr val="536176"/>
                </a:solidFill>
              </a:defRPr>
            </a:lvl2pPr>
            <a:lvl3pPr algn="l">
              <a:defRPr sz="1050" b="0">
                <a:solidFill>
                  <a:srgbClr val="536176"/>
                </a:solidFill>
              </a:defRPr>
            </a:lvl3pPr>
            <a:lvl4pPr algn="l">
              <a:defRPr sz="1050" b="0">
                <a:solidFill>
                  <a:srgbClr val="536176"/>
                </a:solidFill>
              </a:defRPr>
            </a:lvl4pPr>
            <a:lvl5pPr algn="l">
              <a:defRPr sz="1050" b="0">
                <a:solidFill>
                  <a:srgbClr val="536176"/>
                </a:solidFill>
              </a:defRPr>
            </a:lvl5pPr>
            <a:lvl6pPr algn="l">
              <a:defRPr sz="1050" b="0">
                <a:solidFill>
                  <a:srgbClr val="536176"/>
                </a:solidFill>
              </a:defRPr>
            </a:lvl6pPr>
            <a:lvl7pPr algn="l">
              <a:defRPr sz="1050" b="0">
                <a:solidFill>
                  <a:srgbClr val="536176"/>
                </a:solidFill>
              </a:defRPr>
            </a:lvl7pPr>
            <a:lvl8pPr algn="l">
              <a:defRPr sz="1050" b="0">
                <a:solidFill>
                  <a:srgbClr val="536176"/>
                </a:solidFill>
              </a:defRPr>
            </a:lvl8pPr>
            <a:lvl9pPr algn="l">
              <a:defRPr sz="1050" b="0">
                <a:solidFill>
                  <a:srgbClr val="536176"/>
                </a:solidFill>
              </a:defRPr>
            </a:lvl9pPr>
          </a:lstStyle>
          <a:p xmlns:a="http://schemas.openxmlformats.org/drawingml/2006/main">
            <a:pPr algn="l">
              <a:defRPr sz="1050" b="0">
                <a:solidFill>
                  <a:srgbClr val="536176"/>
                </a:solidFill>
              </a:defRPr>
            </a:pPr>
            <a:r>
              <a:rPr sz="1050" b="0">
                <a:solidFill>
                  <a:srgbClr val="536176"/>
                </a:solidFill>
              </a:rPr>
              <a:t>Revisar campos y mostrar validación</a:t>
            </a:r>
          </a:p>
        </p:txBody>
      </p:sp>
      <p:sp>
        <p:nvSpPr>
          <p:cNvPr id="12" name="">
            <a:extLst xmlns:a="http://schemas.openxmlformats.org/drawingml/2006/main">
              <a:ext uri="{FF2B5EF4-FFF2-40B4-BE49-F238E27FC236}">
                <a16:creationId xmlns:a16="http://schemas.microsoft.com/office/drawing/2014/main" id="{C74AA05F-6C9F-496E-91FE-DF3893D3E743}"/>
              </a:ext>
            </a:extLst>
          </p:cNvPr>
          <p:cNvSpPr>
            <a:spLocks xmlns:a="http://schemas.openxmlformats.org/drawingml/2006/main" noGrp="1"/>
          </p:cNvSpPr>
          <p:nvPr/>
        </p:nvSpPr>
        <p:spPr>
          <a:xfrm xmlns:a="http://schemas.openxmlformats.org/drawingml/2006/main">
            <a:off x="4343400" y="1562100"/>
            <a:ext cx="35052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0"/>
            </a:solidFill>
            <a:prstDash val="solid"/>
          </a:ln>
        </p:spPr>
      </p:sp>
      <p:sp>
        <p:nvSpPr>
          <p:cNvPr id="13" name="">
            <a:extLst xmlns:a="http://schemas.openxmlformats.org/drawingml/2006/main">
              <a:ext uri="{FF2B5EF4-FFF2-40B4-BE49-F238E27FC236}">
                <a16:creationId xmlns:a16="http://schemas.microsoft.com/office/drawing/2014/main" id="{E4C24111-9302-4225-BA2B-4354D218FD99}"/>
              </a:ext>
            </a:extLst>
          </p:cNvPr>
          <p:cNvSpPr>
            <a:spLocks xmlns:a="http://schemas.openxmlformats.org/drawingml/2006/main" noGrp="1"/>
          </p:cNvSpPr>
          <p:nvPr/>
        </p:nvSpPr>
        <p:spPr>
          <a:xfrm xmlns:a="http://schemas.openxmlformats.org/drawingml/2006/main">
            <a:off x="4495800" y="1695450"/>
            <a:ext cx="6858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32B0CD-42E7-4551-8ACA-BD7615FD01F6}"/>
              </a:ext>
            </a:extLst>
          </p:cNvPr>
          <p:cNvSpPr>
            <a:spLocks xmlns:a="http://schemas.openxmlformats.org/drawingml/2006/main" noGrp="1"/>
          </p:cNvSpPr>
          <p:nvPr/>
        </p:nvSpPr>
        <p:spPr>
          <a:xfrm xmlns:a="http://schemas.openxmlformats.org/drawingml/2006/main">
            <a:off x="4591050" y="1704975"/>
            <a:ext cx="495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4F6F9F"/>
                </a:solidFill>
              </a:defRPr>
            </a:defPPr>
            <a:lvl1pPr algn="ctr">
              <a:defRPr sz="1125" b="1">
                <a:solidFill>
                  <a:srgbClr val="4F6F9F"/>
                </a:solidFill>
              </a:defRPr>
            </a:lvl1pPr>
            <a:lvl2pPr algn="ctr">
              <a:defRPr sz="1125" b="1">
                <a:solidFill>
                  <a:srgbClr val="4F6F9F"/>
                </a:solidFill>
              </a:defRPr>
            </a:lvl2pPr>
            <a:lvl3pPr algn="ctr">
              <a:defRPr sz="1125" b="1">
                <a:solidFill>
                  <a:srgbClr val="4F6F9F"/>
                </a:solidFill>
              </a:defRPr>
            </a:lvl3pPr>
            <a:lvl4pPr algn="ctr">
              <a:defRPr sz="1125" b="1">
                <a:solidFill>
                  <a:srgbClr val="4F6F9F"/>
                </a:solidFill>
              </a:defRPr>
            </a:lvl4pPr>
            <a:lvl5pPr algn="ctr">
              <a:defRPr sz="1125" b="1">
                <a:solidFill>
                  <a:srgbClr val="4F6F9F"/>
                </a:solidFill>
              </a:defRPr>
            </a:lvl5pPr>
            <a:lvl6pPr algn="ctr">
              <a:defRPr sz="1125" b="1">
                <a:solidFill>
                  <a:srgbClr val="4F6F9F"/>
                </a:solidFill>
              </a:defRPr>
            </a:lvl6pPr>
            <a:lvl7pPr algn="ctr">
              <a:defRPr sz="1125" b="1">
                <a:solidFill>
                  <a:srgbClr val="4F6F9F"/>
                </a:solidFill>
              </a:defRPr>
            </a:lvl7pPr>
            <a:lvl8pPr algn="ctr">
              <a:defRPr sz="1125" b="1">
                <a:solidFill>
                  <a:srgbClr val="4F6F9F"/>
                </a:solidFill>
              </a:defRPr>
            </a:lvl8pPr>
            <a:lvl9pPr algn="ctr">
              <a:defRPr sz="1125" b="1">
                <a:solidFill>
                  <a:srgbClr val="4F6F9F"/>
                </a:solidFill>
              </a:defRPr>
            </a:lvl9pPr>
          </a:lstStyle>
          <a:p xmlns:a="http://schemas.openxmlformats.org/drawingml/2006/main">
            <a:pPr algn="ctr">
              <a:defRPr sz="1125" b="1">
                <a:solidFill>
                  <a:srgbClr val="4F6F9F"/>
                </a:solidFill>
              </a:defRPr>
            </a:pPr>
            <a:r>
              <a:rPr sz="1125" b="1">
                <a:solidFill>
                  <a:srgbClr val="4F6F9F"/>
                </a:solidFill>
              </a:rPr>
              <a:t>401</a:t>
            </a:r>
          </a:p>
        </p:txBody>
      </p:sp>
      <p:sp>
        <p:nvSpPr>
          <p:cNvPr id="15" name="">
            <a:extLst xmlns:a="http://schemas.openxmlformats.org/drawingml/2006/main">
              <a:ext uri="{FF2B5EF4-FFF2-40B4-BE49-F238E27FC236}">
                <a16:creationId xmlns:a16="http://schemas.microsoft.com/office/drawing/2014/main" id="{597895EB-A599-4AF4-9956-CA47586D557D}"/>
              </a:ext>
            </a:extLst>
          </p:cNvPr>
          <p:cNvSpPr>
            <a:spLocks xmlns:a="http://schemas.openxmlformats.org/drawingml/2006/main" noGrp="1"/>
          </p:cNvSpPr>
          <p:nvPr/>
        </p:nvSpPr>
        <p:spPr>
          <a:xfrm xmlns:a="http://schemas.openxmlformats.org/drawingml/2006/main">
            <a:off x="5343525" y="1657350"/>
            <a:ext cx="2324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1A2C"/>
                </a:solidFill>
              </a:defRPr>
            </a:defPPr>
            <a:lvl1pPr algn="l">
              <a:defRPr sz="1350" b="1">
                <a:solidFill>
                  <a:srgbClr val="101A2C"/>
                </a:solidFill>
              </a:defRPr>
            </a:lvl1pPr>
            <a:lvl2pPr algn="l">
              <a:defRPr sz="1350" b="1">
                <a:solidFill>
                  <a:srgbClr val="101A2C"/>
                </a:solidFill>
              </a:defRPr>
            </a:lvl2pPr>
            <a:lvl3pPr algn="l">
              <a:defRPr sz="1350" b="1">
                <a:solidFill>
                  <a:srgbClr val="101A2C"/>
                </a:solidFill>
              </a:defRPr>
            </a:lvl3pPr>
            <a:lvl4pPr algn="l">
              <a:defRPr sz="1350" b="1">
                <a:solidFill>
                  <a:srgbClr val="101A2C"/>
                </a:solidFill>
              </a:defRPr>
            </a:lvl4pPr>
            <a:lvl5pPr algn="l">
              <a:defRPr sz="1350" b="1">
                <a:solidFill>
                  <a:srgbClr val="101A2C"/>
                </a:solidFill>
              </a:defRPr>
            </a:lvl5pPr>
            <a:lvl6pPr algn="l">
              <a:defRPr sz="1350" b="1">
                <a:solidFill>
                  <a:srgbClr val="101A2C"/>
                </a:solidFill>
              </a:defRPr>
            </a:lvl6pPr>
            <a:lvl7pPr algn="l">
              <a:defRPr sz="1350" b="1">
                <a:solidFill>
                  <a:srgbClr val="101A2C"/>
                </a:solidFill>
              </a:defRPr>
            </a:lvl7pPr>
            <a:lvl8pPr algn="l">
              <a:defRPr sz="1350" b="1">
                <a:solidFill>
                  <a:srgbClr val="101A2C"/>
                </a:solidFill>
              </a:defRPr>
            </a:lvl8pPr>
            <a:lvl9pPr algn="l">
              <a:defRPr sz="1350" b="1">
                <a:solidFill>
                  <a:srgbClr val="101A2C"/>
                </a:solidFill>
              </a:defRPr>
            </a:lvl9pPr>
          </a:lstStyle>
          <a:p xmlns:a="http://schemas.openxmlformats.org/drawingml/2006/main">
            <a:pPr algn="l">
              <a:defRPr sz="1350" b="1">
                <a:solidFill>
                  <a:srgbClr val="101A2C"/>
                </a:solidFill>
              </a:defRPr>
            </a:pPr>
            <a:r>
              <a:rPr sz="1350" b="1">
                <a:solidFill>
                  <a:srgbClr val="101A2C"/>
                </a:solidFill>
              </a:rPr>
              <a:t>Sesión o credenciales</a:t>
            </a:r>
          </a:p>
        </p:txBody>
      </p:sp>
      <p:sp>
        <p:nvSpPr>
          <p:cNvPr id="16" name="">
            <a:extLst xmlns:a="http://schemas.openxmlformats.org/drawingml/2006/main">
              <a:ext uri="{FF2B5EF4-FFF2-40B4-BE49-F238E27FC236}">
                <a16:creationId xmlns:a16="http://schemas.microsoft.com/office/drawing/2014/main" id="{97F11923-CBEC-4DBF-971F-C03F0D50785D}"/>
              </a:ext>
            </a:extLst>
          </p:cNvPr>
          <p:cNvSpPr>
            <a:spLocks xmlns:a="http://schemas.openxmlformats.org/drawingml/2006/main" noGrp="1"/>
          </p:cNvSpPr>
          <p:nvPr/>
        </p:nvSpPr>
        <p:spPr>
          <a:xfrm xmlns:a="http://schemas.openxmlformats.org/drawingml/2006/main">
            <a:off x="5343525" y="19621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536176"/>
                </a:solidFill>
              </a:defRPr>
            </a:defPPr>
            <a:lvl1pPr algn="l">
              <a:defRPr sz="1050" b="0">
                <a:solidFill>
                  <a:srgbClr val="536176"/>
                </a:solidFill>
              </a:defRPr>
            </a:lvl1pPr>
            <a:lvl2pPr algn="l">
              <a:defRPr sz="1050" b="0">
                <a:solidFill>
                  <a:srgbClr val="536176"/>
                </a:solidFill>
              </a:defRPr>
            </a:lvl2pPr>
            <a:lvl3pPr algn="l">
              <a:defRPr sz="1050" b="0">
                <a:solidFill>
                  <a:srgbClr val="536176"/>
                </a:solidFill>
              </a:defRPr>
            </a:lvl3pPr>
            <a:lvl4pPr algn="l">
              <a:defRPr sz="1050" b="0">
                <a:solidFill>
                  <a:srgbClr val="536176"/>
                </a:solidFill>
              </a:defRPr>
            </a:lvl4pPr>
            <a:lvl5pPr algn="l">
              <a:defRPr sz="1050" b="0">
                <a:solidFill>
                  <a:srgbClr val="536176"/>
                </a:solidFill>
              </a:defRPr>
            </a:lvl5pPr>
            <a:lvl6pPr algn="l">
              <a:defRPr sz="1050" b="0">
                <a:solidFill>
                  <a:srgbClr val="536176"/>
                </a:solidFill>
              </a:defRPr>
            </a:lvl6pPr>
            <a:lvl7pPr algn="l">
              <a:defRPr sz="1050" b="0">
                <a:solidFill>
                  <a:srgbClr val="536176"/>
                </a:solidFill>
              </a:defRPr>
            </a:lvl7pPr>
            <a:lvl8pPr algn="l">
              <a:defRPr sz="1050" b="0">
                <a:solidFill>
                  <a:srgbClr val="536176"/>
                </a:solidFill>
              </a:defRPr>
            </a:lvl8pPr>
            <a:lvl9pPr algn="l">
              <a:defRPr sz="1050" b="0">
                <a:solidFill>
                  <a:srgbClr val="536176"/>
                </a:solidFill>
              </a:defRPr>
            </a:lvl9pPr>
          </a:lstStyle>
          <a:p xmlns:a="http://schemas.openxmlformats.org/drawingml/2006/main">
            <a:pPr algn="l">
              <a:defRPr sz="1050" b="0">
                <a:solidFill>
                  <a:srgbClr val="536176"/>
                </a:solidFill>
              </a:defRPr>
            </a:pPr>
            <a:r>
              <a:rPr sz="1050" b="0">
                <a:solidFill>
                  <a:srgbClr val="536176"/>
                </a:solidFill>
              </a:rPr>
              <a:t>Solicitar inicio de sesión de nuevo</a:t>
            </a:r>
          </a:p>
        </p:txBody>
      </p:sp>
      <p:sp>
        <p:nvSpPr>
          <p:cNvPr id="17" name="">
            <a:extLst xmlns:a="http://schemas.openxmlformats.org/drawingml/2006/main">
              <a:ext uri="{FF2B5EF4-FFF2-40B4-BE49-F238E27FC236}">
                <a16:creationId xmlns:a16="http://schemas.microsoft.com/office/drawing/2014/main" id="{8507FD55-2D75-4784-AA0E-3A1E7E8F0CB2}"/>
              </a:ext>
            </a:extLst>
          </p:cNvPr>
          <p:cNvSpPr>
            <a:spLocks xmlns:a="http://schemas.openxmlformats.org/drawingml/2006/main" noGrp="1"/>
          </p:cNvSpPr>
          <p:nvPr/>
        </p:nvSpPr>
        <p:spPr>
          <a:xfrm xmlns:a="http://schemas.openxmlformats.org/drawingml/2006/main">
            <a:off x="8077200" y="1562100"/>
            <a:ext cx="35052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0"/>
            </a:solidFill>
            <a:prstDash val="solid"/>
          </a:ln>
        </p:spPr>
      </p:sp>
      <p:sp>
        <p:nvSpPr>
          <p:cNvPr id="18" name="">
            <a:extLst xmlns:a="http://schemas.openxmlformats.org/drawingml/2006/main">
              <a:ext uri="{FF2B5EF4-FFF2-40B4-BE49-F238E27FC236}">
                <a16:creationId xmlns:a16="http://schemas.microsoft.com/office/drawing/2014/main" id="{70128BF9-36D0-4092-BAD0-EE187064E97E}"/>
              </a:ext>
            </a:extLst>
          </p:cNvPr>
          <p:cNvSpPr>
            <a:spLocks xmlns:a="http://schemas.openxmlformats.org/drawingml/2006/main" noGrp="1"/>
          </p:cNvSpPr>
          <p:nvPr/>
        </p:nvSpPr>
        <p:spPr>
          <a:xfrm xmlns:a="http://schemas.openxmlformats.org/drawingml/2006/main">
            <a:off x="8229600" y="1695450"/>
            <a:ext cx="6858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3C67373-DB84-4725-A136-DEB0773FB393}"/>
              </a:ext>
            </a:extLst>
          </p:cNvPr>
          <p:cNvSpPr>
            <a:spLocks xmlns:a="http://schemas.openxmlformats.org/drawingml/2006/main" noGrp="1"/>
          </p:cNvSpPr>
          <p:nvPr/>
        </p:nvSpPr>
        <p:spPr>
          <a:xfrm xmlns:a="http://schemas.openxmlformats.org/drawingml/2006/main">
            <a:off x="8324850" y="1704975"/>
            <a:ext cx="495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B84B45"/>
                </a:solidFill>
              </a:defRPr>
            </a:defPPr>
            <a:lvl1pPr algn="ctr">
              <a:defRPr sz="1125" b="1">
                <a:solidFill>
                  <a:srgbClr val="B84B45"/>
                </a:solidFill>
              </a:defRPr>
            </a:lvl1pPr>
            <a:lvl2pPr algn="ctr">
              <a:defRPr sz="1125" b="1">
                <a:solidFill>
                  <a:srgbClr val="B84B45"/>
                </a:solidFill>
              </a:defRPr>
            </a:lvl2pPr>
            <a:lvl3pPr algn="ctr">
              <a:defRPr sz="1125" b="1">
                <a:solidFill>
                  <a:srgbClr val="B84B45"/>
                </a:solidFill>
              </a:defRPr>
            </a:lvl3pPr>
            <a:lvl4pPr algn="ctr">
              <a:defRPr sz="1125" b="1">
                <a:solidFill>
                  <a:srgbClr val="B84B45"/>
                </a:solidFill>
              </a:defRPr>
            </a:lvl4pPr>
            <a:lvl5pPr algn="ctr">
              <a:defRPr sz="1125" b="1">
                <a:solidFill>
                  <a:srgbClr val="B84B45"/>
                </a:solidFill>
              </a:defRPr>
            </a:lvl5pPr>
            <a:lvl6pPr algn="ctr">
              <a:defRPr sz="1125" b="1">
                <a:solidFill>
                  <a:srgbClr val="B84B45"/>
                </a:solidFill>
              </a:defRPr>
            </a:lvl6pPr>
            <a:lvl7pPr algn="ctr">
              <a:defRPr sz="1125" b="1">
                <a:solidFill>
                  <a:srgbClr val="B84B45"/>
                </a:solidFill>
              </a:defRPr>
            </a:lvl7pPr>
            <a:lvl8pPr algn="ctr">
              <a:defRPr sz="1125" b="1">
                <a:solidFill>
                  <a:srgbClr val="B84B45"/>
                </a:solidFill>
              </a:defRPr>
            </a:lvl8pPr>
            <a:lvl9pPr algn="ctr">
              <a:defRPr sz="1125" b="1">
                <a:solidFill>
                  <a:srgbClr val="B84B45"/>
                </a:solidFill>
              </a:defRPr>
            </a:lvl9pPr>
          </a:lstStyle>
          <a:p xmlns:a="http://schemas.openxmlformats.org/drawingml/2006/main">
            <a:pPr algn="ctr">
              <a:defRPr sz="1125" b="1">
                <a:solidFill>
                  <a:srgbClr val="B84B45"/>
                </a:solidFill>
              </a:defRPr>
            </a:pPr>
            <a:r>
              <a:rPr sz="1125" b="1">
                <a:solidFill>
                  <a:srgbClr val="B84B45"/>
                </a:solidFill>
              </a:rPr>
              <a:t>403</a:t>
            </a:r>
          </a:p>
        </p:txBody>
      </p:sp>
      <p:sp>
        <p:nvSpPr>
          <p:cNvPr id="20" name="">
            <a:extLst xmlns:a="http://schemas.openxmlformats.org/drawingml/2006/main">
              <a:ext uri="{FF2B5EF4-FFF2-40B4-BE49-F238E27FC236}">
                <a16:creationId xmlns:a16="http://schemas.microsoft.com/office/drawing/2014/main" id="{6F98F8E4-08CA-4B87-8794-CA9C97F9203B}"/>
              </a:ext>
            </a:extLst>
          </p:cNvPr>
          <p:cNvSpPr>
            <a:spLocks xmlns:a="http://schemas.openxmlformats.org/drawingml/2006/main" noGrp="1"/>
          </p:cNvSpPr>
          <p:nvPr/>
        </p:nvSpPr>
        <p:spPr>
          <a:xfrm xmlns:a="http://schemas.openxmlformats.org/drawingml/2006/main">
            <a:off x="9077325" y="1657350"/>
            <a:ext cx="2324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1A2C"/>
                </a:solidFill>
              </a:defRPr>
            </a:defPPr>
            <a:lvl1pPr algn="l">
              <a:defRPr sz="1350" b="1">
                <a:solidFill>
                  <a:srgbClr val="101A2C"/>
                </a:solidFill>
              </a:defRPr>
            </a:lvl1pPr>
            <a:lvl2pPr algn="l">
              <a:defRPr sz="1350" b="1">
                <a:solidFill>
                  <a:srgbClr val="101A2C"/>
                </a:solidFill>
              </a:defRPr>
            </a:lvl2pPr>
            <a:lvl3pPr algn="l">
              <a:defRPr sz="1350" b="1">
                <a:solidFill>
                  <a:srgbClr val="101A2C"/>
                </a:solidFill>
              </a:defRPr>
            </a:lvl3pPr>
            <a:lvl4pPr algn="l">
              <a:defRPr sz="1350" b="1">
                <a:solidFill>
                  <a:srgbClr val="101A2C"/>
                </a:solidFill>
              </a:defRPr>
            </a:lvl4pPr>
            <a:lvl5pPr algn="l">
              <a:defRPr sz="1350" b="1">
                <a:solidFill>
                  <a:srgbClr val="101A2C"/>
                </a:solidFill>
              </a:defRPr>
            </a:lvl5pPr>
            <a:lvl6pPr algn="l">
              <a:defRPr sz="1350" b="1">
                <a:solidFill>
                  <a:srgbClr val="101A2C"/>
                </a:solidFill>
              </a:defRPr>
            </a:lvl6pPr>
            <a:lvl7pPr algn="l">
              <a:defRPr sz="1350" b="1">
                <a:solidFill>
                  <a:srgbClr val="101A2C"/>
                </a:solidFill>
              </a:defRPr>
            </a:lvl7pPr>
            <a:lvl8pPr algn="l">
              <a:defRPr sz="1350" b="1">
                <a:solidFill>
                  <a:srgbClr val="101A2C"/>
                </a:solidFill>
              </a:defRPr>
            </a:lvl8pPr>
            <a:lvl9pPr algn="l">
              <a:defRPr sz="1350" b="1">
                <a:solidFill>
                  <a:srgbClr val="101A2C"/>
                </a:solidFill>
              </a:defRPr>
            </a:lvl9pPr>
          </a:lstStyle>
          <a:p xmlns:a="http://schemas.openxmlformats.org/drawingml/2006/main">
            <a:pPr algn="l">
              <a:defRPr sz="1350" b="1">
                <a:solidFill>
                  <a:srgbClr val="101A2C"/>
                </a:solidFill>
              </a:defRPr>
            </a:pPr>
            <a:r>
              <a:rPr sz="1350" b="1">
                <a:solidFill>
                  <a:srgbClr val="101A2C"/>
                </a:solidFill>
              </a:rPr>
              <a:t>Sin permiso</a:t>
            </a:r>
          </a:p>
        </p:txBody>
      </p:sp>
      <p:sp>
        <p:nvSpPr>
          <p:cNvPr id="21" name="">
            <a:extLst xmlns:a="http://schemas.openxmlformats.org/drawingml/2006/main">
              <a:ext uri="{FF2B5EF4-FFF2-40B4-BE49-F238E27FC236}">
                <a16:creationId xmlns:a16="http://schemas.microsoft.com/office/drawing/2014/main" id="{558041E6-81CA-4B93-8EA7-1C873A3837B1}"/>
              </a:ext>
            </a:extLst>
          </p:cNvPr>
          <p:cNvSpPr>
            <a:spLocks xmlns:a="http://schemas.openxmlformats.org/drawingml/2006/main" noGrp="1"/>
          </p:cNvSpPr>
          <p:nvPr/>
        </p:nvSpPr>
        <p:spPr>
          <a:xfrm xmlns:a="http://schemas.openxmlformats.org/drawingml/2006/main">
            <a:off x="9077325" y="19621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536176"/>
                </a:solidFill>
              </a:defRPr>
            </a:defPPr>
            <a:lvl1pPr algn="l">
              <a:defRPr sz="1050" b="0">
                <a:solidFill>
                  <a:srgbClr val="536176"/>
                </a:solidFill>
              </a:defRPr>
            </a:lvl1pPr>
            <a:lvl2pPr algn="l">
              <a:defRPr sz="1050" b="0">
                <a:solidFill>
                  <a:srgbClr val="536176"/>
                </a:solidFill>
              </a:defRPr>
            </a:lvl2pPr>
            <a:lvl3pPr algn="l">
              <a:defRPr sz="1050" b="0">
                <a:solidFill>
                  <a:srgbClr val="536176"/>
                </a:solidFill>
              </a:defRPr>
            </a:lvl3pPr>
            <a:lvl4pPr algn="l">
              <a:defRPr sz="1050" b="0">
                <a:solidFill>
                  <a:srgbClr val="536176"/>
                </a:solidFill>
              </a:defRPr>
            </a:lvl4pPr>
            <a:lvl5pPr algn="l">
              <a:defRPr sz="1050" b="0">
                <a:solidFill>
                  <a:srgbClr val="536176"/>
                </a:solidFill>
              </a:defRPr>
            </a:lvl5pPr>
            <a:lvl6pPr algn="l">
              <a:defRPr sz="1050" b="0">
                <a:solidFill>
                  <a:srgbClr val="536176"/>
                </a:solidFill>
              </a:defRPr>
            </a:lvl6pPr>
            <a:lvl7pPr algn="l">
              <a:defRPr sz="1050" b="0">
                <a:solidFill>
                  <a:srgbClr val="536176"/>
                </a:solidFill>
              </a:defRPr>
            </a:lvl7pPr>
            <a:lvl8pPr algn="l">
              <a:defRPr sz="1050" b="0">
                <a:solidFill>
                  <a:srgbClr val="536176"/>
                </a:solidFill>
              </a:defRPr>
            </a:lvl8pPr>
            <a:lvl9pPr algn="l">
              <a:defRPr sz="1050" b="0">
                <a:solidFill>
                  <a:srgbClr val="536176"/>
                </a:solidFill>
              </a:defRPr>
            </a:lvl9pPr>
          </a:lstStyle>
          <a:p xmlns:a="http://schemas.openxmlformats.org/drawingml/2006/main">
            <a:pPr algn="l">
              <a:defRPr sz="1050" b="0">
                <a:solidFill>
                  <a:srgbClr val="536176"/>
                </a:solidFill>
              </a:defRPr>
            </a:pPr>
            <a:r>
              <a:rPr sz="1050" b="0">
                <a:solidFill>
                  <a:srgbClr val="536176"/>
                </a:solidFill>
              </a:rPr>
              <a:t>Indicar que la acción requiere rol admin</a:t>
            </a:r>
          </a:p>
        </p:txBody>
      </p:sp>
      <p:sp>
        <p:nvSpPr>
          <p:cNvPr id="22" name="">
            <a:extLst xmlns:a="http://schemas.openxmlformats.org/drawingml/2006/main">
              <a:ext uri="{FF2B5EF4-FFF2-40B4-BE49-F238E27FC236}">
                <a16:creationId xmlns:a16="http://schemas.microsoft.com/office/drawing/2014/main" id="{A58FFEF2-C674-49E8-AF03-0E39D9A21C1C}"/>
              </a:ext>
            </a:extLst>
          </p:cNvPr>
          <p:cNvSpPr>
            <a:spLocks xmlns:a="http://schemas.openxmlformats.org/drawingml/2006/main" noGrp="1"/>
          </p:cNvSpPr>
          <p:nvPr/>
        </p:nvSpPr>
        <p:spPr>
          <a:xfrm xmlns:a="http://schemas.openxmlformats.org/drawingml/2006/main">
            <a:off x="609600" y="2552700"/>
            <a:ext cx="35052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0"/>
            </a:solidFill>
            <a:prstDash val="solid"/>
          </a:ln>
        </p:spPr>
      </p:sp>
      <p:sp>
        <p:nvSpPr>
          <p:cNvPr id="23" name="">
            <a:extLst xmlns:a="http://schemas.openxmlformats.org/drawingml/2006/main">
              <a:ext uri="{FF2B5EF4-FFF2-40B4-BE49-F238E27FC236}">
                <a16:creationId xmlns:a16="http://schemas.microsoft.com/office/drawing/2014/main" id="{A9248596-6C57-4935-AD04-8E2D4736EE46}"/>
              </a:ext>
            </a:extLst>
          </p:cNvPr>
          <p:cNvSpPr>
            <a:spLocks xmlns:a="http://schemas.openxmlformats.org/drawingml/2006/main" noGrp="1"/>
          </p:cNvSpPr>
          <p:nvPr/>
        </p:nvSpPr>
        <p:spPr>
          <a:xfrm xmlns:a="http://schemas.openxmlformats.org/drawingml/2006/main">
            <a:off x="762000" y="2686050"/>
            <a:ext cx="6858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B751532-DACD-4161-8C6D-8669F95B3F58}"/>
              </a:ext>
            </a:extLst>
          </p:cNvPr>
          <p:cNvSpPr>
            <a:spLocks xmlns:a="http://schemas.openxmlformats.org/drawingml/2006/main" noGrp="1"/>
          </p:cNvSpPr>
          <p:nvPr/>
        </p:nvSpPr>
        <p:spPr>
          <a:xfrm xmlns:a="http://schemas.openxmlformats.org/drawingml/2006/main">
            <a:off x="857250" y="2695575"/>
            <a:ext cx="495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536176"/>
                </a:solidFill>
              </a:defRPr>
            </a:defPPr>
            <a:lvl1pPr algn="ctr">
              <a:defRPr sz="1125" b="1">
                <a:solidFill>
                  <a:srgbClr val="536176"/>
                </a:solidFill>
              </a:defRPr>
            </a:lvl1pPr>
            <a:lvl2pPr algn="ctr">
              <a:defRPr sz="1125" b="1">
                <a:solidFill>
                  <a:srgbClr val="536176"/>
                </a:solidFill>
              </a:defRPr>
            </a:lvl2pPr>
            <a:lvl3pPr algn="ctr">
              <a:defRPr sz="1125" b="1">
                <a:solidFill>
                  <a:srgbClr val="536176"/>
                </a:solidFill>
              </a:defRPr>
            </a:lvl3pPr>
            <a:lvl4pPr algn="ctr">
              <a:defRPr sz="1125" b="1">
                <a:solidFill>
                  <a:srgbClr val="536176"/>
                </a:solidFill>
              </a:defRPr>
            </a:lvl4pPr>
            <a:lvl5pPr algn="ctr">
              <a:defRPr sz="1125" b="1">
                <a:solidFill>
                  <a:srgbClr val="536176"/>
                </a:solidFill>
              </a:defRPr>
            </a:lvl5pPr>
            <a:lvl6pPr algn="ctr">
              <a:defRPr sz="1125" b="1">
                <a:solidFill>
                  <a:srgbClr val="536176"/>
                </a:solidFill>
              </a:defRPr>
            </a:lvl6pPr>
            <a:lvl7pPr algn="ctr">
              <a:defRPr sz="1125" b="1">
                <a:solidFill>
                  <a:srgbClr val="536176"/>
                </a:solidFill>
              </a:defRPr>
            </a:lvl7pPr>
            <a:lvl8pPr algn="ctr">
              <a:defRPr sz="1125" b="1">
                <a:solidFill>
                  <a:srgbClr val="536176"/>
                </a:solidFill>
              </a:defRPr>
            </a:lvl8pPr>
            <a:lvl9pPr algn="ctr">
              <a:defRPr sz="1125" b="1">
                <a:solidFill>
                  <a:srgbClr val="536176"/>
                </a:solidFill>
              </a:defRPr>
            </a:lvl9pPr>
          </a:lstStyle>
          <a:p xmlns:a="http://schemas.openxmlformats.org/drawingml/2006/main">
            <a:pPr algn="ctr">
              <a:defRPr sz="1125" b="1">
                <a:solidFill>
                  <a:srgbClr val="536176"/>
                </a:solidFill>
              </a:defRPr>
            </a:pPr>
            <a:r>
              <a:rPr sz="1125" b="1">
                <a:solidFill>
                  <a:srgbClr val="536176"/>
                </a:solidFill>
              </a:rPr>
              <a:t>404</a:t>
            </a:r>
          </a:p>
        </p:txBody>
      </p:sp>
      <p:sp>
        <p:nvSpPr>
          <p:cNvPr id="25" name="">
            <a:extLst xmlns:a="http://schemas.openxmlformats.org/drawingml/2006/main">
              <a:ext uri="{FF2B5EF4-FFF2-40B4-BE49-F238E27FC236}">
                <a16:creationId xmlns:a16="http://schemas.microsoft.com/office/drawing/2014/main" id="{D1BBA018-485C-4A25-AFD2-F87E106E2B6D}"/>
              </a:ext>
            </a:extLst>
          </p:cNvPr>
          <p:cNvSpPr>
            <a:spLocks xmlns:a="http://schemas.openxmlformats.org/drawingml/2006/main" noGrp="1"/>
          </p:cNvSpPr>
          <p:nvPr/>
        </p:nvSpPr>
        <p:spPr>
          <a:xfrm xmlns:a="http://schemas.openxmlformats.org/drawingml/2006/main">
            <a:off x="1609725" y="2647950"/>
            <a:ext cx="2324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1A2C"/>
                </a:solidFill>
              </a:defRPr>
            </a:defPPr>
            <a:lvl1pPr algn="l">
              <a:defRPr sz="1350" b="1">
                <a:solidFill>
                  <a:srgbClr val="101A2C"/>
                </a:solidFill>
              </a:defRPr>
            </a:lvl1pPr>
            <a:lvl2pPr algn="l">
              <a:defRPr sz="1350" b="1">
                <a:solidFill>
                  <a:srgbClr val="101A2C"/>
                </a:solidFill>
              </a:defRPr>
            </a:lvl2pPr>
            <a:lvl3pPr algn="l">
              <a:defRPr sz="1350" b="1">
                <a:solidFill>
                  <a:srgbClr val="101A2C"/>
                </a:solidFill>
              </a:defRPr>
            </a:lvl3pPr>
            <a:lvl4pPr algn="l">
              <a:defRPr sz="1350" b="1">
                <a:solidFill>
                  <a:srgbClr val="101A2C"/>
                </a:solidFill>
              </a:defRPr>
            </a:lvl4pPr>
            <a:lvl5pPr algn="l">
              <a:defRPr sz="1350" b="1">
                <a:solidFill>
                  <a:srgbClr val="101A2C"/>
                </a:solidFill>
              </a:defRPr>
            </a:lvl5pPr>
            <a:lvl6pPr algn="l">
              <a:defRPr sz="1350" b="1">
                <a:solidFill>
                  <a:srgbClr val="101A2C"/>
                </a:solidFill>
              </a:defRPr>
            </a:lvl6pPr>
            <a:lvl7pPr algn="l">
              <a:defRPr sz="1350" b="1">
                <a:solidFill>
                  <a:srgbClr val="101A2C"/>
                </a:solidFill>
              </a:defRPr>
            </a:lvl7pPr>
            <a:lvl8pPr algn="l">
              <a:defRPr sz="1350" b="1">
                <a:solidFill>
                  <a:srgbClr val="101A2C"/>
                </a:solidFill>
              </a:defRPr>
            </a:lvl8pPr>
            <a:lvl9pPr algn="l">
              <a:defRPr sz="1350" b="1">
                <a:solidFill>
                  <a:srgbClr val="101A2C"/>
                </a:solidFill>
              </a:defRPr>
            </a:lvl9pPr>
          </a:lstStyle>
          <a:p xmlns:a="http://schemas.openxmlformats.org/drawingml/2006/main">
            <a:pPr algn="l">
              <a:defRPr sz="1350" b="1">
                <a:solidFill>
                  <a:srgbClr val="101A2C"/>
                </a:solidFill>
              </a:defRPr>
            </a:pPr>
            <a:r>
              <a:rPr sz="1350" b="1">
                <a:solidFill>
                  <a:srgbClr val="101A2C"/>
                </a:solidFill>
              </a:rPr>
              <a:t>No encontrado</a:t>
            </a:r>
          </a:p>
        </p:txBody>
      </p:sp>
      <p:sp>
        <p:nvSpPr>
          <p:cNvPr id="26" name="">
            <a:extLst xmlns:a="http://schemas.openxmlformats.org/drawingml/2006/main">
              <a:ext uri="{FF2B5EF4-FFF2-40B4-BE49-F238E27FC236}">
                <a16:creationId xmlns:a16="http://schemas.microsoft.com/office/drawing/2014/main" id="{7A3E80A1-619F-4128-87F3-29EE58286BDF}"/>
              </a:ext>
            </a:extLst>
          </p:cNvPr>
          <p:cNvSpPr>
            <a:spLocks xmlns:a="http://schemas.openxmlformats.org/drawingml/2006/main" noGrp="1"/>
          </p:cNvSpPr>
          <p:nvPr/>
        </p:nvSpPr>
        <p:spPr>
          <a:xfrm xmlns:a="http://schemas.openxmlformats.org/drawingml/2006/main">
            <a:off x="1609725" y="29527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536176"/>
                </a:solidFill>
              </a:defRPr>
            </a:defPPr>
            <a:lvl1pPr algn="l">
              <a:defRPr sz="1050" b="0">
                <a:solidFill>
                  <a:srgbClr val="536176"/>
                </a:solidFill>
              </a:defRPr>
            </a:lvl1pPr>
            <a:lvl2pPr algn="l">
              <a:defRPr sz="1050" b="0">
                <a:solidFill>
                  <a:srgbClr val="536176"/>
                </a:solidFill>
              </a:defRPr>
            </a:lvl2pPr>
            <a:lvl3pPr algn="l">
              <a:defRPr sz="1050" b="0">
                <a:solidFill>
                  <a:srgbClr val="536176"/>
                </a:solidFill>
              </a:defRPr>
            </a:lvl3pPr>
            <a:lvl4pPr algn="l">
              <a:defRPr sz="1050" b="0">
                <a:solidFill>
                  <a:srgbClr val="536176"/>
                </a:solidFill>
              </a:defRPr>
            </a:lvl4pPr>
            <a:lvl5pPr algn="l">
              <a:defRPr sz="1050" b="0">
                <a:solidFill>
                  <a:srgbClr val="536176"/>
                </a:solidFill>
              </a:defRPr>
            </a:lvl5pPr>
            <a:lvl6pPr algn="l">
              <a:defRPr sz="1050" b="0">
                <a:solidFill>
                  <a:srgbClr val="536176"/>
                </a:solidFill>
              </a:defRPr>
            </a:lvl6pPr>
            <a:lvl7pPr algn="l">
              <a:defRPr sz="1050" b="0">
                <a:solidFill>
                  <a:srgbClr val="536176"/>
                </a:solidFill>
              </a:defRPr>
            </a:lvl7pPr>
            <a:lvl8pPr algn="l">
              <a:defRPr sz="1050" b="0">
                <a:solidFill>
                  <a:srgbClr val="536176"/>
                </a:solidFill>
              </a:defRPr>
            </a:lvl8pPr>
            <a:lvl9pPr algn="l">
              <a:defRPr sz="1050" b="0">
                <a:solidFill>
                  <a:srgbClr val="536176"/>
                </a:solidFill>
              </a:defRPr>
            </a:lvl9pPr>
          </a:lstStyle>
          <a:p xmlns:a="http://schemas.openxmlformats.org/drawingml/2006/main">
            <a:pPr algn="l">
              <a:defRPr sz="1050" b="0">
                <a:solidFill>
                  <a:srgbClr val="536176"/>
                </a:solidFill>
              </a:defRPr>
            </a:pPr>
            <a:r>
              <a:rPr sz="1050" b="0">
                <a:solidFill>
                  <a:srgbClr val="536176"/>
                </a:solidFill>
              </a:rPr>
              <a:t>Avisar que el recurso ya no existe</a:t>
            </a:r>
          </a:p>
        </p:txBody>
      </p:sp>
      <p:sp>
        <p:nvSpPr>
          <p:cNvPr id="27" name="">
            <a:extLst xmlns:a="http://schemas.openxmlformats.org/drawingml/2006/main">
              <a:ext uri="{FF2B5EF4-FFF2-40B4-BE49-F238E27FC236}">
                <a16:creationId xmlns:a16="http://schemas.microsoft.com/office/drawing/2014/main" id="{B50BC519-C1F1-4808-AF44-95180571F440}"/>
              </a:ext>
            </a:extLst>
          </p:cNvPr>
          <p:cNvSpPr>
            <a:spLocks xmlns:a="http://schemas.openxmlformats.org/drawingml/2006/main" noGrp="1"/>
          </p:cNvSpPr>
          <p:nvPr/>
        </p:nvSpPr>
        <p:spPr>
          <a:xfrm xmlns:a="http://schemas.openxmlformats.org/drawingml/2006/main">
            <a:off x="4343400" y="2552700"/>
            <a:ext cx="35052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0"/>
            </a:solidFill>
            <a:prstDash val="solid"/>
          </a:ln>
        </p:spPr>
      </p:sp>
      <p:sp>
        <p:nvSpPr>
          <p:cNvPr id="28" name="">
            <a:extLst xmlns:a="http://schemas.openxmlformats.org/drawingml/2006/main">
              <a:ext uri="{FF2B5EF4-FFF2-40B4-BE49-F238E27FC236}">
                <a16:creationId xmlns:a16="http://schemas.microsoft.com/office/drawing/2014/main" id="{55B1FC83-3133-485F-8411-8213DB695373}"/>
              </a:ext>
            </a:extLst>
          </p:cNvPr>
          <p:cNvSpPr>
            <a:spLocks xmlns:a="http://schemas.openxmlformats.org/drawingml/2006/main" noGrp="1"/>
          </p:cNvSpPr>
          <p:nvPr/>
        </p:nvSpPr>
        <p:spPr>
          <a:xfrm xmlns:a="http://schemas.openxmlformats.org/drawingml/2006/main">
            <a:off x="4495800" y="2686050"/>
            <a:ext cx="6858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F0B8581-C890-44DC-A766-9079ED6759CA}"/>
              </a:ext>
            </a:extLst>
          </p:cNvPr>
          <p:cNvSpPr>
            <a:spLocks xmlns:a="http://schemas.openxmlformats.org/drawingml/2006/main" noGrp="1"/>
          </p:cNvSpPr>
          <p:nvPr/>
        </p:nvSpPr>
        <p:spPr>
          <a:xfrm xmlns:a="http://schemas.openxmlformats.org/drawingml/2006/main">
            <a:off x="4591050" y="2695575"/>
            <a:ext cx="495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B84B45"/>
                </a:solidFill>
              </a:defRPr>
            </a:defPPr>
            <a:lvl1pPr algn="ctr">
              <a:defRPr sz="1125" b="1">
                <a:solidFill>
                  <a:srgbClr val="B84B45"/>
                </a:solidFill>
              </a:defRPr>
            </a:lvl1pPr>
            <a:lvl2pPr algn="ctr">
              <a:defRPr sz="1125" b="1">
                <a:solidFill>
                  <a:srgbClr val="B84B45"/>
                </a:solidFill>
              </a:defRPr>
            </a:lvl2pPr>
            <a:lvl3pPr algn="ctr">
              <a:defRPr sz="1125" b="1">
                <a:solidFill>
                  <a:srgbClr val="B84B45"/>
                </a:solidFill>
              </a:defRPr>
            </a:lvl3pPr>
            <a:lvl4pPr algn="ctr">
              <a:defRPr sz="1125" b="1">
                <a:solidFill>
                  <a:srgbClr val="B84B45"/>
                </a:solidFill>
              </a:defRPr>
            </a:lvl4pPr>
            <a:lvl5pPr algn="ctr">
              <a:defRPr sz="1125" b="1">
                <a:solidFill>
                  <a:srgbClr val="B84B45"/>
                </a:solidFill>
              </a:defRPr>
            </a:lvl5pPr>
            <a:lvl6pPr algn="ctr">
              <a:defRPr sz="1125" b="1">
                <a:solidFill>
                  <a:srgbClr val="B84B45"/>
                </a:solidFill>
              </a:defRPr>
            </a:lvl6pPr>
            <a:lvl7pPr algn="ctr">
              <a:defRPr sz="1125" b="1">
                <a:solidFill>
                  <a:srgbClr val="B84B45"/>
                </a:solidFill>
              </a:defRPr>
            </a:lvl7pPr>
            <a:lvl8pPr algn="ctr">
              <a:defRPr sz="1125" b="1">
                <a:solidFill>
                  <a:srgbClr val="B84B45"/>
                </a:solidFill>
              </a:defRPr>
            </a:lvl8pPr>
            <a:lvl9pPr algn="ctr">
              <a:defRPr sz="1125" b="1">
                <a:solidFill>
                  <a:srgbClr val="B84B45"/>
                </a:solidFill>
              </a:defRPr>
            </a:lvl9pPr>
          </a:lstStyle>
          <a:p xmlns:a="http://schemas.openxmlformats.org/drawingml/2006/main">
            <a:pPr algn="ctr">
              <a:defRPr sz="1125" b="1">
                <a:solidFill>
                  <a:srgbClr val="B84B45"/>
                </a:solidFill>
              </a:defRPr>
            </a:pPr>
            <a:r>
              <a:rPr sz="1125" b="1">
                <a:solidFill>
                  <a:srgbClr val="B84B45"/>
                </a:solidFill>
              </a:rPr>
              <a:t>409</a:t>
            </a:r>
          </a:p>
        </p:txBody>
      </p:sp>
      <p:sp>
        <p:nvSpPr>
          <p:cNvPr id="30" name="">
            <a:extLst xmlns:a="http://schemas.openxmlformats.org/drawingml/2006/main">
              <a:ext uri="{FF2B5EF4-FFF2-40B4-BE49-F238E27FC236}">
                <a16:creationId xmlns:a16="http://schemas.microsoft.com/office/drawing/2014/main" id="{CEEF0EB0-E1DB-4643-99AC-FCBDCB98F29B}"/>
              </a:ext>
            </a:extLst>
          </p:cNvPr>
          <p:cNvSpPr>
            <a:spLocks xmlns:a="http://schemas.openxmlformats.org/drawingml/2006/main" noGrp="1"/>
          </p:cNvSpPr>
          <p:nvPr/>
        </p:nvSpPr>
        <p:spPr>
          <a:xfrm xmlns:a="http://schemas.openxmlformats.org/drawingml/2006/main">
            <a:off x="5343525" y="2647950"/>
            <a:ext cx="2324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1A2C"/>
                </a:solidFill>
              </a:defRPr>
            </a:defPPr>
            <a:lvl1pPr algn="l">
              <a:defRPr sz="1350" b="1">
                <a:solidFill>
                  <a:srgbClr val="101A2C"/>
                </a:solidFill>
              </a:defRPr>
            </a:lvl1pPr>
            <a:lvl2pPr algn="l">
              <a:defRPr sz="1350" b="1">
                <a:solidFill>
                  <a:srgbClr val="101A2C"/>
                </a:solidFill>
              </a:defRPr>
            </a:lvl2pPr>
            <a:lvl3pPr algn="l">
              <a:defRPr sz="1350" b="1">
                <a:solidFill>
                  <a:srgbClr val="101A2C"/>
                </a:solidFill>
              </a:defRPr>
            </a:lvl3pPr>
            <a:lvl4pPr algn="l">
              <a:defRPr sz="1350" b="1">
                <a:solidFill>
                  <a:srgbClr val="101A2C"/>
                </a:solidFill>
              </a:defRPr>
            </a:lvl4pPr>
            <a:lvl5pPr algn="l">
              <a:defRPr sz="1350" b="1">
                <a:solidFill>
                  <a:srgbClr val="101A2C"/>
                </a:solidFill>
              </a:defRPr>
            </a:lvl5pPr>
            <a:lvl6pPr algn="l">
              <a:defRPr sz="1350" b="1">
                <a:solidFill>
                  <a:srgbClr val="101A2C"/>
                </a:solidFill>
              </a:defRPr>
            </a:lvl6pPr>
            <a:lvl7pPr algn="l">
              <a:defRPr sz="1350" b="1">
                <a:solidFill>
                  <a:srgbClr val="101A2C"/>
                </a:solidFill>
              </a:defRPr>
            </a:lvl7pPr>
            <a:lvl8pPr algn="l">
              <a:defRPr sz="1350" b="1">
                <a:solidFill>
                  <a:srgbClr val="101A2C"/>
                </a:solidFill>
              </a:defRPr>
            </a:lvl8pPr>
            <a:lvl9pPr algn="l">
              <a:defRPr sz="1350" b="1">
                <a:solidFill>
                  <a:srgbClr val="101A2C"/>
                </a:solidFill>
              </a:defRPr>
            </a:lvl9pPr>
          </a:lstStyle>
          <a:p xmlns:a="http://schemas.openxmlformats.org/drawingml/2006/main">
            <a:pPr algn="l">
              <a:defRPr sz="1350" b="1">
                <a:solidFill>
                  <a:srgbClr val="101A2C"/>
                </a:solidFill>
              </a:defRPr>
            </a:pPr>
            <a:r>
              <a:rPr sz="1350" b="1">
                <a:solidFill>
                  <a:srgbClr val="101A2C"/>
                </a:solidFill>
              </a:rPr>
              <a:t>Conflicto</a:t>
            </a:r>
          </a:p>
        </p:txBody>
      </p:sp>
      <p:sp>
        <p:nvSpPr>
          <p:cNvPr id="31" name="">
            <a:extLst xmlns:a="http://schemas.openxmlformats.org/drawingml/2006/main">
              <a:ext uri="{FF2B5EF4-FFF2-40B4-BE49-F238E27FC236}">
                <a16:creationId xmlns:a16="http://schemas.microsoft.com/office/drawing/2014/main" id="{3C700036-D2CC-4405-AE82-2A4C39AB7D8F}"/>
              </a:ext>
            </a:extLst>
          </p:cNvPr>
          <p:cNvSpPr>
            <a:spLocks xmlns:a="http://schemas.openxmlformats.org/drawingml/2006/main" noGrp="1"/>
          </p:cNvSpPr>
          <p:nvPr/>
        </p:nvSpPr>
        <p:spPr>
          <a:xfrm xmlns:a="http://schemas.openxmlformats.org/drawingml/2006/main">
            <a:off x="5343525" y="29527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536176"/>
                </a:solidFill>
              </a:defRPr>
            </a:defPPr>
            <a:lvl1pPr algn="l">
              <a:defRPr sz="1050" b="0">
                <a:solidFill>
                  <a:srgbClr val="536176"/>
                </a:solidFill>
              </a:defRPr>
            </a:lvl1pPr>
            <a:lvl2pPr algn="l">
              <a:defRPr sz="1050" b="0">
                <a:solidFill>
                  <a:srgbClr val="536176"/>
                </a:solidFill>
              </a:defRPr>
            </a:lvl2pPr>
            <a:lvl3pPr algn="l">
              <a:defRPr sz="1050" b="0">
                <a:solidFill>
                  <a:srgbClr val="536176"/>
                </a:solidFill>
              </a:defRPr>
            </a:lvl3pPr>
            <a:lvl4pPr algn="l">
              <a:defRPr sz="1050" b="0">
                <a:solidFill>
                  <a:srgbClr val="536176"/>
                </a:solidFill>
              </a:defRPr>
            </a:lvl4pPr>
            <a:lvl5pPr algn="l">
              <a:defRPr sz="1050" b="0">
                <a:solidFill>
                  <a:srgbClr val="536176"/>
                </a:solidFill>
              </a:defRPr>
            </a:lvl5pPr>
            <a:lvl6pPr algn="l">
              <a:defRPr sz="1050" b="0">
                <a:solidFill>
                  <a:srgbClr val="536176"/>
                </a:solidFill>
              </a:defRPr>
            </a:lvl6pPr>
            <a:lvl7pPr algn="l">
              <a:defRPr sz="1050" b="0">
                <a:solidFill>
                  <a:srgbClr val="536176"/>
                </a:solidFill>
              </a:defRPr>
            </a:lvl7pPr>
            <a:lvl8pPr algn="l">
              <a:defRPr sz="1050" b="0">
                <a:solidFill>
                  <a:srgbClr val="536176"/>
                </a:solidFill>
              </a:defRPr>
            </a:lvl8pPr>
            <a:lvl9pPr algn="l">
              <a:defRPr sz="1050" b="0">
                <a:solidFill>
                  <a:srgbClr val="536176"/>
                </a:solidFill>
              </a:defRPr>
            </a:lvl9pPr>
          </a:lstStyle>
          <a:p xmlns:a="http://schemas.openxmlformats.org/drawingml/2006/main">
            <a:pPr algn="l">
              <a:defRPr sz="1050" b="0">
                <a:solidFill>
                  <a:srgbClr val="536176"/>
                </a:solidFill>
              </a:defRPr>
            </a:pPr>
            <a:r>
              <a:rPr sz="1050" b="0">
                <a:solidFill>
                  <a:srgbClr val="536176"/>
                </a:solidFill>
              </a:rPr>
              <a:t>Explicar que el producto está ligado a un pedido</a:t>
            </a:r>
          </a:p>
        </p:txBody>
      </p:sp>
      <p:sp>
        <p:nvSpPr>
          <p:cNvPr id="32" name="">
            <a:extLst xmlns:a="http://schemas.openxmlformats.org/drawingml/2006/main">
              <a:ext uri="{FF2B5EF4-FFF2-40B4-BE49-F238E27FC236}">
                <a16:creationId xmlns:a16="http://schemas.microsoft.com/office/drawing/2014/main" id="{79157781-2829-4BA6-BFCB-4069B99E2097}"/>
              </a:ext>
            </a:extLst>
          </p:cNvPr>
          <p:cNvSpPr>
            <a:spLocks xmlns:a="http://schemas.openxmlformats.org/drawingml/2006/main" noGrp="1"/>
          </p:cNvSpPr>
          <p:nvPr/>
        </p:nvSpPr>
        <p:spPr>
          <a:xfrm xmlns:a="http://schemas.openxmlformats.org/drawingml/2006/main">
            <a:off x="8077200" y="2552700"/>
            <a:ext cx="3505200" cy="8001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E7DFD0"/>
            </a:solidFill>
            <a:prstDash val="solid"/>
          </a:ln>
        </p:spPr>
      </p:sp>
      <p:sp>
        <p:nvSpPr>
          <p:cNvPr id="33" name="">
            <a:extLst xmlns:a="http://schemas.openxmlformats.org/drawingml/2006/main">
              <a:ext uri="{FF2B5EF4-FFF2-40B4-BE49-F238E27FC236}">
                <a16:creationId xmlns:a16="http://schemas.microsoft.com/office/drawing/2014/main" id="{DA7798C2-0E66-4073-97DA-CDEF86048BA1}"/>
              </a:ext>
            </a:extLst>
          </p:cNvPr>
          <p:cNvSpPr>
            <a:spLocks xmlns:a="http://schemas.openxmlformats.org/drawingml/2006/main" noGrp="1"/>
          </p:cNvSpPr>
          <p:nvPr/>
        </p:nvSpPr>
        <p:spPr>
          <a:xfrm xmlns:a="http://schemas.openxmlformats.org/drawingml/2006/main">
            <a:off x="8229600" y="2686050"/>
            <a:ext cx="685800" cy="304800"/>
          </a:xfrm>
          <a:prstGeom xmlns:a="http://schemas.openxmlformats.org/drawingml/2006/main" prst="roundRect">
            <a:avLst>
              <a:gd name="adj" fmla="val 50000"/>
            </a:avLst>
          </a:prstGeom>
          <a:solidFill xmlns:a="http://schemas.openxmlformats.org/drawingml/2006/main">
            <a:srgbClr val="F3F0E9"/>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4C6CA13-8055-4628-B751-C6266160F594}"/>
              </a:ext>
            </a:extLst>
          </p:cNvPr>
          <p:cNvSpPr>
            <a:spLocks xmlns:a="http://schemas.openxmlformats.org/drawingml/2006/main" noGrp="1"/>
          </p:cNvSpPr>
          <p:nvPr/>
        </p:nvSpPr>
        <p:spPr>
          <a:xfrm xmlns:a="http://schemas.openxmlformats.org/drawingml/2006/main">
            <a:off x="8324850" y="2695575"/>
            <a:ext cx="495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B84B45"/>
                </a:solidFill>
              </a:defRPr>
            </a:defPPr>
            <a:lvl1pPr algn="ctr">
              <a:defRPr sz="1125" b="1">
                <a:solidFill>
                  <a:srgbClr val="B84B45"/>
                </a:solidFill>
              </a:defRPr>
            </a:lvl1pPr>
            <a:lvl2pPr algn="ctr">
              <a:defRPr sz="1125" b="1">
                <a:solidFill>
                  <a:srgbClr val="B84B45"/>
                </a:solidFill>
              </a:defRPr>
            </a:lvl2pPr>
            <a:lvl3pPr algn="ctr">
              <a:defRPr sz="1125" b="1">
                <a:solidFill>
                  <a:srgbClr val="B84B45"/>
                </a:solidFill>
              </a:defRPr>
            </a:lvl3pPr>
            <a:lvl4pPr algn="ctr">
              <a:defRPr sz="1125" b="1">
                <a:solidFill>
                  <a:srgbClr val="B84B45"/>
                </a:solidFill>
              </a:defRPr>
            </a:lvl4pPr>
            <a:lvl5pPr algn="ctr">
              <a:defRPr sz="1125" b="1">
                <a:solidFill>
                  <a:srgbClr val="B84B45"/>
                </a:solidFill>
              </a:defRPr>
            </a:lvl5pPr>
            <a:lvl6pPr algn="ctr">
              <a:defRPr sz="1125" b="1">
                <a:solidFill>
                  <a:srgbClr val="B84B45"/>
                </a:solidFill>
              </a:defRPr>
            </a:lvl6pPr>
            <a:lvl7pPr algn="ctr">
              <a:defRPr sz="1125" b="1">
                <a:solidFill>
                  <a:srgbClr val="B84B45"/>
                </a:solidFill>
              </a:defRPr>
            </a:lvl7pPr>
            <a:lvl8pPr algn="ctr">
              <a:defRPr sz="1125" b="1">
                <a:solidFill>
                  <a:srgbClr val="B84B45"/>
                </a:solidFill>
              </a:defRPr>
            </a:lvl8pPr>
            <a:lvl9pPr algn="ctr">
              <a:defRPr sz="1125" b="1">
                <a:solidFill>
                  <a:srgbClr val="B84B45"/>
                </a:solidFill>
              </a:defRPr>
            </a:lvl9pPr>
          </a:lstStyle>
          <a:p xmlns:a="http://schemas.openxmlformats.org/drawingml/2006/main">
            <a:pPr algn="ctr">
              <a:defRPr sz="1125" b="1">
                <a:solidFill>
                  <a:srgbClr val="B84B45"/>
                </a:solidFill>
              </a:defRPr>
            </a:pPr>
            <a:r>
              <a:rPr sz="1125" b="1">
                <a:solidFill>
                  <a:srgbClr val="B84B45"/>
                </a:solidFill>
              </a:rPr>
              <a:t>5xx</a:t>
            </a:r>
          </a:p>
        </p:txBody>
      </p:sp>
      <p:sp>
        <p:nvSpPr>
          <p:cNvPr id="35" name="">
            <a:extLst xmlns:a="http://schemas.openxmlformats.org/drawingml/2006/main">
              <a:ext uri="{FF2B5EF4-FFF2-40B4-BE49-F238E27FC236}">
                <a16:creationId xmlns:a16="http://schemas.microsoft.com/office/drawing/2014/main" id="{54C9987E-56E8-41DF-8C2D-B58DCB05002B}"/>
              </a:ext>
            </a:extLst>
          </p:cNvPr>
          <p:cNvSpPr>
            <a:spLocks xmlns:a="http://schemas.openxmlformats.org/drawingml/2006/main" noGrp="1"/>
          </p:cNvSpPr>
          <p:nvPr/>
        </p:nvSpPr>
        <p:spPr>
          <a:xfrm xmlns:a="http://schemas.openxmlformats.org/drawingml/2006/main">
            <a:off x="9077325" y="2647950"/>
            <a:ext cx="2324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1A2C"/>
                </a:solidFill>
              </a:defRPr>
            </a:defPPr>
            <a:lvl1pPr algn="l">
              <a:defRPr sz="1350" b="1">
                <a:solidFill>
                  <a:srgbClr val="101A2C"/>
                </a:solidFill>
              </a:defRPr>
            </a:lvl1pPr>
            <a:lvl2pPr algn="l">
              <a:defRPr sz="1350" b="1">
                <a:solidFill>
                  <a:srgbClr val="101A2C"/>
                </a:solidFill>
              </a:defRPr>
            </a:lvl2pPr>
            <a:lvl3pPr algn="l">
              <a:defRPr sz="1350" b="1">
                <a:solidFill>
                  <a:srgbClr val="101A2C"/>
                </a:solidFill>
              </a:defRPr>
            </a:lvl3pPr>
            <a:lvl4pPr algn="l">
              <a:defRPr sz="1350" b="1">
                <a:solidFill>
                  <a:srgbClr val="101A2C"/>
                </a:solidFill>
              </a:defRPr>
            </a:lvl4pPr>
            <a:lvl5pPr algn="l">
              <a:defRPr sz="1350" b="1">
                <a:solidFill>
                  <a:srgbClr val="101A2C"/>
                </a:solidFill>
              </a:defRPr>
            </a:lvl5pPr>
            <a:lvl6pPr algn="l">
              <a:defRPr sz="1350" b="1">
                <a:solidFill>
                  <a:srgbClr val="101A2C"/>
                </a:solidFill>
              </a:defRPr>
            </a:lvl6pPr>
            <a:lvl7pPr algn="l">
              <a:defRPr sz="1350" b="1">
                <a:solidFill>
                  <a:srgbClr val="101A2C"/>
                </a:solidFill>
              </a:defRPr>
            </a:lvl7pPr>
            <a:lvl8pPr algn="l">
              <a:defRPr sz="1350" b="1">
                <a:solidFill>
                  <a:srgbClr val="101A2C"/>
                </a:solidFill>
              </a:defRPr>
            </a:lvl8pPr>
            <a:lvl9pPr algn="l">
              <a:defRPr sz="1350" b="1">
                <a:solidFill>
                  <a:srgbClr val="101A2C"/>
                </a:solidFill>
              </a:defRPr>
            </a:lvl9pPr>
          </a:lstStyle>
          <a:p xmlns:a="http://schemas.openxmlformats.org/drawingml/2006/main">
            <a:pPr algn="l">
              <a:defRPr sz="1350" b="1">
                <a:solidFill>
                  <a:srgbClr val="101A2C"/>
                </a:solidFill>
              </a:defRPr>
            </a:pPr>
            <a:r>
              <a:rPr sz="1350" b="1">
                <a:solidFill>
                  <a:srgbClr val="101A2C"/>
                </a:solidFill>
              </a:rPr>
              <a:t>Falla del servidor</a:t>
            </a:r>
          </a:p>
        </p:txBody>
      </p:sp>
      <p:sp>
        <p:nvSpPr>
          <p:cNvPr id="36" name="">
            <a:extLst xmlns:a="http://schemas.openxmlformats.org/drawingml/2006/main">
              <a:ext uri="{FF2B5EF4-FFF2-40B4-BE49-F238E27FC236}">
                <a16:creationId xmlns:a16="http://schemas.microsoft.com/office/drawing/2014/main" id="{61F4F4FB-1A62-43C1-B817-01FF947170B1}"/>
              </a:ext>
            </a:extLst>
          </p:cNvPr>
          <p:cNvSpPr>
            <a:spLocks xmlns:a="http://schemas.openxmlformats.org/drawingml/2006/main" noGrp="1"/>
          </p:cNvSpPr>
          <p:nvPr/>
        </p:nvSpPr>
        <p:spPr>
          <a:xfrm xmlns:a="http://schemas.openxmlformats.org/drawingml/2006/main">
            <a:off x="9077325" y="295275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536176"/>
                </a:solidFill>
              </a:defRPr>
            </a:defPPr>
            <a:lvl1pPr algn="l">
              <a:defRPr sz="1050" b="0">
                <a:solidFill>
                  <a:srgbClr val="536176"/>
                </a:solidFill>
              </a:defRPr>
            </a:lvl1pPr>
            <a:lvl2pPr algn="l">
              <a:defRPr sz="1050" b="0">
                <a:solidFill>
                  <a:srgbClr val="536176"/>
                </a:solidFill>
              </a:defRPr>
            </a:lvl2pPr>
            <a:lvl3pPr algn="l">
              <a:defRPr sz="1050" b="0">
                <a:solidFill>
                  <a:srgbClr val="536176"/>
                </a:solidFill>
              </a:defRPr>
            </a:lvl3pPr>
            <a:lvl4pPr algn="l">
              <a:defRPr sz="1050" b="0">
                <a:solidFill>
                  <a:srgbClr val="536176"/>
                </a:solidFill>
              </a:defRPr>
            </a:lvl4pPr>
            <a:lvl5pPr algn="l">
              <a:defRPr sz="1050" b="0">
                <a:solidFill>
                  <a:srgbClr val="536176"/>
                </a:solidFill>
              </a:defRPr>
            </a:lvl5pPr>
            <a:lvl6pPr algn="l">
              <a:defRPr sz="1050" b="0">
                <a:solidFill>
                  <a:srgbClr val="536176"/>
                </a:solidFill>
              </a:defRPr>
            </a:lvl6pPr>
            <a:lvl7pPr algn="l">
              <a:defRPr sz="1050" b="0">
                <a:solidFill>
                  <a:srgbClr val="536176"/>
                </a:solidFill>
              </a:defRPr>
            </a:lvl7pPr>
            <a:lvl8pPr algn="l">
              <a:defRPr sz="1050" b="0">
                <a:solidFill>
                  <a:srgbClr val="536176"/>
                </a:solidFill>
              </a:defRPr>
            </a:lvl8pPr>
            <a:lvl9pPr algn="l">
              <a:defRPr sz="1050" b="0">
                <a:solidFill>
                  <a:srgbClr val="536176"/>
                </a:solidFill>
              </a:defRPr>
            </a:lvl9pPr>
          </a:lstStyle>
          <a:p xmlns:a="http://schemas.openxmlformats.org/drawingml/2006/main">
            <a:pPr algn="l">
              <a:defRPr sz="1050" b="0">
                <a:solidFill>
                  <a:srgbClr val="536176"/>
                </a:solidFill>
              </a:defRPr>
            </a:pPr>
            <a:r>
              <a:rPr sz="1050" b="0">
                <a:solidFill>
                  <a:srgbClr val="536176"/>
                </a:solidFill>
              </a:rPr>
              <a:t>Mostrar error y permitir reintentar</a:t>
            </a:r>
          </a:p>
        </p:txBody>
      </p:sp>
      <p:sp>
        <p:nvSpPr>
          <p:cNvPr id="37" name="">
            <a:extLst xmlns:a="http://schemas.openxmlformats.org/drawingml/2006/main">
              <a:ext uri="{FF2B5EF4-FFF2-40B4-BE49-F238E27FC236}">
                <a16:creationId xmlns:a16="http://schemas.microsoft.com/office/drawing/2014/main" id="{5F5C6AA3-ABF2-4DCC-89A7-69CFBC0AA68B}"/>
              </a:ext>
            </a:extLst>
          </p:cNvPr>
          <p:cNvSpPr>
            <a:spLocks xmlns:a="http://schemas.openxmlformats.org/drawingml/2006/main" noGrp="1"/>
          </p:cNvSpPr>
          <p:nvPr/>
        </p:nvSpPr>
        <p:spPr>
          <a:xfrm xmlns:a="http://schemas.openxmlformats.org/drawingml/2006/main">
            <a:off x="609600" y="3743325"/>
            <a:ext cx="10972800" cy="866775"/>
          </a:xfrm>
          <a:prstGeom xmlns:a="http://schemas.openxmlformats.org/drawingml/2006/main" prst="roundRect">
            <a:avLst>
              <a:gd name="adj" fmla="val 13187"/>
            </a:avLst>
          </a:prstGeom>
          <a:solidFill xmlns:a="http://schemas.openxmlformats.org/drawingml/2006/main">
            <a:srgbClr val="F1F4F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DD818E5-FE10-4C0B-9126-1344BF6FB37D}"/>
              </a:ext>
            </a:extLst>
          </p:cNvPr>
          <p:cNvSpPr>
            <a:spLocks xmlns:a="http://schemas.openxmlformats.org/drawingml/2006/main" noGrp="1"/>
          </p:cNvSpPr>
          <p:nvPr/>
        </p:nvSpPr>
        <p:spPr>
          <a:xfrm xmlns:a="http://schemas.openxmlformats.org/drawingml/2006/main">
            <a:off x="838200" y="38862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4F6F9F"/>
                </a:solidFill>
              </a:defRPr>
            </a:defPPr>
            <a:lvl1pPr algn="l">
              <a:defRPr sz="1350" b="1">
                <a:solidFill>
                  <a:srgbClr val="4F6F9F"/>
                </a:solidFill>
              </a:defRPr>
            </a:lvl1pPr>
            <a:lvl2pPr algn="l">
              <a:defRPr sz="1350" b="1">
                <a:solidFill>
                  <a:srgbClr val="4F6F9F"/>
                </a:solidFill>
              </a:defRPr>
            </a:lvl2pPr>
            <a:lvl3pPr algn="l">
              <a:defRPr sz="1350" b="1">
                <a:solidFill>
                  <a:srgbClr val="4F6F9F"/>
                </a:solidFill>
              </a:defRPr>
            </a:lvl3pPr>
            <a:lvl4pPr algn="l">
              <a:defRPr sz="1350" b="1">
                <a:solidFill>
                  <a:srgbClr val="4F6F9F"/>
                </a:solidFill>
              </a:defRPr>
            </a:lvl4pPr>
            <a:lvl5pPr algn="l">
              <a:defRPr sz="1350" b="1">
                <a:solidFill>
                  <a:srgbClr val="4F6F9F"/>
                </a:solidFill>
              </a:defRPr>
            </a:lvl5pPr>
            <a:lvl6pPr algn="l">
              <a:defRPr sz="1350" b="1">
                <a:solidFill>
                  <a:srgbClr val="4F6F9F"/>
                </a:solidFill>
              </a:defRPr>
            </a:lvl6pPr>
            <a:lvl7pPr algn="l">
              <a:defRPr sz="1350" b="1">
                <a:solidFill>
                  <a:srgbClr val="4F6F9F"/>
                </a:solidFill>
              </a:defRPr>
            </a:lvl7pPr>
            <a:lvl8pPr algn="l">
              <a:defRPr sz="1350" b="1">
                <a:solidFill>
                  <a:srgbClr val="4F6F9F"/>
                </a:solidFill>
              </a:defRPr>
            </a:lvl8pPr>
            <a:lvl9pPr algn="l">
              <a:defRPr sz="1350" b="1">
                <a:solidFill>
                  <a:srgbClr val="4F6F9F"/>
                </a:solidFill>
              </a:defRPr>
            </a:lvl9pPr>
          </a:lstStyle>
          <a:p xmlns:a="http://schemas.openxmlformats.org/drawingml/2006/main">
            <a:pPr algn="l">
              <a:defRPr sz="1350" b="1">
                <a:solidFill>
                  <a:srgbClr val="4F6F9F"/>
                </a:solidFill>
              </a:defRPr>
            </a:pPr>
            <a:r>
              <a:rPr sz="1350" b="1">
                <a:solidFill>
                  <a:srgbClr val="4F6F9F"/>
                </a:solidFill>
              </a:rPr>
              <a:t>Conectividad</a:t>
            </a:r>
          </a:p>
        </p:txBody>
      </p:sp>
      <p:sp>
        <p:nvSpPr>
          <p:cNvPr id="39" name="">
            <a:extLst xmlns:a="http://schemas.openxmlformats.org/drawingml/2006/main">
              <a:ext uri="{FF2B5EF4-FFF2-40B4-BE49-F238E27FC236}">
                <a16:creationId xmlns:a16="http://schemas.microsoft.com/office/drawing/2014/main" id="{14A6F298-C9DD-48DC-B99D-56190534FE54}"/>
              </a:ext>
            </a:extLst>
          </p:cNvPr>
          <p:cNvSpPr>
            <a:spLocks xmlns:a="http://schemas.openxmlformats.org/drawingml/2006/main" noGrp="1"/>
          </p:cNvSpPr>
          <p:nvPr/>
        </p:nvSpPr>
        <p:spPr>
          <a:xfrm xmlns:a="http://schemas.openxmlformats.org/drawingml/2006/main">
            <a:off x="2762250" y="3848100"/>
            <a:ext cx="8496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033"/>
                </a:solidFill>
              </a:defRPr>
            </a:defPPr>
            <a:lvl1pPr algn="l">
              <a:defRPr sz="1275" b="0">
                <a:solidFill>
                  <a:srgbClr val="172033"/>
                </a:solidFill>
              </a:defRPr>
            </a:lvl1pPr>
            <a:lvl2pPr algn="l">
              <a:defRPr sz="1275" b="0">
                <a:solidFill>
                  <a:srgbClr val="172033"/>
                </a:solidFill>
              </a:defRPr>
            </a:lvl2pPr>
            <a:lvl3pPr algn="l">
              <a:defRPr sz="1275" b="0">
                <a:solidFill>
                  <a:srgbClr val="172033"/>
                </a:solidFill>
              </a:defRPr>
            </a:lvl3pPr>
            <a:lvl4pPr algn="l">
              <a:defRPr sz="1275" b="0">
                <a:solidFill>
                  <a:srgbClr val="172033"/>
                </a:solidFill>
              </a:defRPr>
            </a:lvl4pPr>
            <a:lvl5pPr algn="l">
              <a:defRPr sz="1275" b="0">
                <a:solidFill>
                  <a:srgbClr val="172033"/>
                </a:solidFill>
              </a:defRPr>
            </a:lvl5pPr>
            <a:lvl6pPr algn="l">
              <a:defRPr sz="1275" b="0">
                <a:solidFill>
                  <a:srgbClr val="172033"/>
                </a:solidFill>
              </a:defRPr>
            </a:lvl6pPr>
            <a:lvl7pPr algn="l">
              <a:defRPr sz="1275" b="0">
                <a:solidFill>
                  <a:srgbClr val="172033"/>
                </a:solidFill>
              </a:defRPr>
            </a:lvl7pPr>
            <a:lvl8pPr algn="l">
              <a:defRPr sz="1275" b="0">
                <a:solidFill>
                  <a:srgbClr val="172033"/>
                </a:solidFill>
              </a:defRPr>
            </a:lvl8pPr>
            <a:lvl9pPr algn="l">
              <a:defRPr sz="1275" b="0">
                <a:solidFill>
                  <a:srgbClr val="172033"/>
                </a:solidFill>
              </a:defRPr>
            </a:lvl9pPr>
          </a:lstStyle>
          <a:p xmlns:a="http://schemas.openxmlformats.org/drawingml/2006/main">
            <a:pPr algn="l">
              <a:defRPr sz="1275" b="0">
                <a:solidFill>
                  <a:srgbClr val="172033"/>
                </a:solidFill>
              </a:defRPr>
            </a:pPr>
            <a:r>
              <a:rPr sz="1275" b="0">
                <a:solidFill>
                  <a:srgbClr val="172033"/>
                </a:solidFill>
              </a:rPr>
              <a:t>Sin red, timeout o host inaccesible se manejan aparte del código HTTP; la app revisa conectividad y muestra mensajes de espera/conexión.</a:t>
            </a:r>
          </a:p>
        </p:txBody>
      </p:sp>
      <p:sp>
        <p:nvSpPr>
          <p:cNvPr id="40" name="">
            <a:extLst xmlns:a="http://schemas.openxmlformats.org/drawingml/2006/main">
              <a:ext uri="{FF2B5EF4-FFF2-40B4-BE49-F238E27FC236}">
                <a16:creationId xmlns:a16="http://schemas.microsoft.com/office/drawing/2014/main" id="{45790F1E-D742-40BD-AA91-556C94CD29A4}"/>
              </a:ext>
            </a:extLst>
          </p:cNvPr>
          <p:cNvSpPr>
            <a:spLocks xmlns:a="http://schemas.openxmlformats.org/drawingml/2006/main" noGrp="1"/>
          </p:cNvSpPr>
          <p:nvPr/>
        </p:nvSpPr>
        <p:spPr>
          <a:xfrm xmlns:a="http://schemas.openxmlformats.org/drawingml/2006/main">
            <a:off x="609600" y="4857750"/>
            <a:ext cx="10972800" cy="1000125"/>
          </a:xfrm>
          <a:prstGeom xmlns:a="http://schemas.openxmlformats.org/drawingml/2006/main" prst="roundRect">
            <a:avLst>
              <a:gd name="adj" fmla="val 11429"/>
            </a:avLst>
          </a:prstGeom>
          <a:solidFill xmlns:a="http://schemas.openxmlformats.org/drawingml/2006/main">
            <a:srgbClr val="101A2C"/>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0832BFC0-1B52-403A-B2C9-76F4ABD58798}"/>
              </a:ext>
            </a:extLst>
          </p:cNvPr>
          <p:cNvSpPr>
            <a:spLocks xmlns:a="http://schemas.openxmlformats.org/drawingml/2006/main" noGrp="1"/>
          </p:cNvSpPr>
          <p:nvPr/>
        </p:nvSpPr>
        <p:spPr>
          <a:xfrm xmlns:a="http://schemas.openxmlformats.org/drawingml/2006/main">
            <a:off x="838200" y="5000625"/>
            <a:ext cx="2343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F6C85F"/>
                </a:solidFill>
              </a:defRPr>
            </a:defPPr>
            <a:lvl1pPr algn="l">
              <a:defRPr sz="1350" b="1">
                <a:solidFill>
                  <a:srgbClr val="F6C85F"/>
                </a:solidFill>
              </a:defRPr>
            </a:lvl1pPr>
            <a:lvl2pPr algn="l">
              <a:defRPr sz="1350" b="1">
                <a:solidFill>
                  <a:srgbClr val="F6C85F"/>
                </a:solidFill>
              </a:defRPr>
            </a:lvl2pPr>
            <a:lvl3pPr algn="l">
              <a:defRPr sz="1350" b="1">
                <a:solidFill>
                  <a:srgbClr val="F6C85F"/>
                </a:solidFill>
              </a:defRPr>
            </a:lvl3pPr>
            <a:lvl4pPr algn="l">
              <a:defRPr sz="1350" b="1">
                <a:solidFill>
                  <a:srgbClr val="F6C85F"/>
                </a:solidFill>
              </a:defRPr>
            </a:lvl4pPr>
            <a:lvl5pPr algn="l">
              <a:defRPr sz="1350" b="1">
                <a:solidFill>
                  <a:srgbClr val="F6C85F"/>
                </a:solidFill>
              </a:defRPr>
            </a:lvl5pPr>
            <a:lvl6pPr algn="l">
              <a:defRPr sz="1350" b="1">
                <a:solidFill>
                  <a:srgbClr val="F6C85F"/>
                </a:solidFill>
              </a:defRPr>
            </a:lvl6pPr>
            <a:lvl7pPr algn="l">
              <a:defRPr sz="1350" b="1">
                <a:solidFill>
                  <a:srgbClr val="F6C85F"/>
                </a:solidFill>
              </a:defRPr>
            </a:lvl7pPr>
            <a:lvl8pPr algn="l">
              <a:defRPr sz="1350" b="1">
                <a:solidFill>
                  <a:srgbClr val="F6C85F"/>
                </a:solidFill>
              </a:defRPr>
            </a:lvl8pPr>
            <a:lvl9pPr algn="l">
              <a:defRPr sz="1350" b="1">
                <a:solidFill>
                  <a:srgbClr val="F6C85F"/>
                </a:solidFill>
              </a:defRPr>
            </a:lvl9pPr>
          </a:lstStyle>
          <a:p xmlns:a="http://schemas.openxmlformats.org/drawingml/2006/main">
            <a:pPr algn="l">
              <a:defRPr sz="1350" b="1">
                <a:solidFill>
                  <a:srgbClr val="F6C85F"/>
                </a:solidFill>
              </a:defRPr>
            </a:pPr>
            <a:r>
              <a:rPr sz="1350" b="1">
                <a:solidFill>
                  <a:srgbClr val="F6C85F"/>
                </a:solidFill>
              </a:rPr>
              <a:t>Para la demostración</a:t>
            </a:r>
          </a:p>
        </p:txBody>
      </p:sp>
      <p:sp>
        <p:nvSpPr>
          <p:cNvPr id="42" name="">
            <a:extLst xmlns:a="http://schemas.openxmlformats.org/drawingml/2006/main">
              <a:ext uri="{FF2B5EF4-FFF2-40B4-BE49-F238E27FC236}">
                <a16:creationId xmlns:a16="http://schemas.microsoft.com/office/drawing/2014/main" id="{37824204-04C2-4911-B9F8-7E6D6C9BF26A}"/>
              </a:ext>
            </a:extLst>
          </p:cNvPr>
          <p:cNvSpPr>
            <a:spLocks xmlns:a="http://schemas.openxmlformats.org/drawingml/2006/main" noGrp="1"/>
          </p:cNvSpPr>
          <p:nvPr/>
        </p:nvSpPr>
        <p:spPr>
          <a:xfrm xmlns:a="http://schemas.openxmlformats.org/drawingml/2006/main">
            <a:off x="3276600" y="4962525"/>
            <a:ext cx="79438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9EC"/>
                </a:solidFill>
              </a:defRPr>
            </a:defPPr>
            <a:lvl1pPr algn="l">
              <a:defRPr sz="1350" b="0">
                <a:solidFill>
                  <a:srgbClr val="FFF9EC"/>
                </a:solidFill>
              </a:defRPr>
            </a:lvl1pPr>
            <a:lvl2pPr algn="l">
              <a:defRPr sz="1350" b="0">
                <a:solidFill>
                  <a:srgbClr val="FFF9EC"/>
                </a:solidFill>
              </a:defRPr>
            </a:lvl2pPr>
            <a:lvl3pPr algn="l">
              <a:defRPr sz="1350" b="0">
                <a:solidFill>
                  <a:srgbClr val="FFF9EC"/>
                </a:solidFill>
              </a:defRPr>
            </a:lvl3pPr>
            <a:lvl4pPr algn="l">
              <a:defRPr sz="1350" b="0">
                <a:solidFill>
                  <a:srgbClr val="FFF9EC"/>
                </a:solidFill>
              </a:defRPr>
            </a:lvl4pPr>
            <a:lvl5pPr algn="l">
              <a:defRPr sz="1350" b="0">
                <a:solidFill>
                  <a:srgbClr val="FFF9EC"/>
                </a:solidFill>
              </a:defRPr>
            </a:lvl5pPr>
            <a:lvl6pPr algn="l">
              <a:defRPr sz="1350" b="0">
                <a:solidFill>
                  <a:srgbClr val="FFF9EC"/>
                </a:solidFill>
              </a:defRPr>
            </a:lvl6pPr>
            <a:lvl7pPr algn="l">
              <a:defRPr sz="1350" b="0">
                <a:solidFill>
                  <a:srgbClr val="FFF9EC"/>
                </a:solidFill>
              </a:defRPr>
            </a:lvl7pPr>
            <a:lvl8pPr algn="l">
              <a:defRPr sz="1350" b="0">
                <a:solidFill>
                  <a:srgbClr val="FFF9EC"/>
                </a:solidFill>
              </a:defRPr>
            </a:lvl8pPr>
            <a:lvl9pPr algn="l">
              <a:defRPr sz="1350" b="0">
                <a:solidFill>
                  <a:srgbClr val="FFF9EC"/>
                </a:solidFill>
              </a:defRPr>
            </a:lvl9pPr>
          </a:lstStyle>
          <a:p xmlns:a="http://schemas.openxmlformats.org/drawingml/2006/main">
            <a:pPr algn="l">
              <a:defRPr sz="1350" b="0">
                <a:solidFill>
                  <a:srgbClr val="FFF9EC"/>
                </a:solidFill>
              </a:defRPr>
            </a:pPr>
            <a:r>
              <a:rPr sz="1350" b="0">
                <a:solidFill>
                  <a:srgbClr val="FFF9EC"/>
                </a:solidFill>
              </a:rPr>
              <a:t>Consultar → crear producto de prueba → editarlo → eliminarlo; luego probar permiso denegado, ID inexistente y desconexión.</a:t>
            </a:r>
          </a:p>
        </p:txBody>
      </p:sp>
      <p:sp>
        <p:nvSpPr>
          <p:cNvPr id="43" name="">
            <a:extLst xmlns:a="http://schemas.openxmlformats.org/drawingml/2006/main">
              <a:ext uri="{FF2B5EF4-FFF2-40B4-BE49-F238E27FC236}">
                <a16:creationId xmlns:a16="http://schemas.microsoft.com/office/drawing/2014/main" id="{8C25F526-33C1-484D-B3D6-D5F94B7D501E}"/>
              </a:ext>
            </a:extLst>
          </p:cNvPr>
          <p:cNvSpPr>
            <a:spLocks xmlns:a="http://schemas.openxmlformats.org/drawingml/2006/main" noGrp="1"/>
          </p:cNvSpPr>
          <p:nvPr/>
        </p:nvSpPr>
        <p:spPr>
          <a:xfrm xmlns:a="http://schemas.openxmlformats.org/drawingml/2006/main">
            <a:off x="838200" y="5524500"/>
            <a:ext cx="1036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D5DDEA"/>
                </a:solidFill>
              </a:defRPr>
            </a:defPPr>
            <a:lvl1pPr algn="l">
              <a:defRPr sz="1050" b="0">
                <a:solidFill>
                  <a:srgbClr val="D5DDEA"/>
                </a:solidFill>
              </a:defRPr>
            </a:lvl1pPr>
            <a:lvl2pPr algn="l">
              <a:defRPr sz="1050" b="0">
                <a:solidFill>
                  <a:srgbClr val="D5DDEA"/>
                </a:solidFill>
              </a:defRPr>
            </a:lvl2pPr>
            <a:lvl3pPr algn="l">
              <a:defRPr sz="1050" b="0">
                <a:solidFill>
                  <a:srgbClr val="D5DDEA"/>
                </a:solidFill>
              </a:defRPr>
            </a:lvl3pPr>
            <a:lvl4pPr algn="l">
              <a:defRPr sz="1050" b="0">
                <a:solidFill>
                  <a:srgbClr val="D5DDEA"/>
                </a:solidFill>
              </a:defRPr>
            </a:lvl4pPr>
            <a:lvl5pPr algn="l">
              <a:defRPr sz="1050" b="0">
                <a:solidFill>
                  <a:srgbClr val="D5DDEA"/>
                </a:solidFill>
              </a:defRPr>
            </a:lvl5pPr>
            <a:lvl6pPr algn="l">
              <a:defRPr sz="1050" b="0">
                <a:solidFill>
                  <a:srgbClr val="D5DDEA"/>
                </a:solidFill>
              </a:defRPr>
            </a:lvl6pPr>
            <a:lvl7pPr algn="l">
              <a:defRPr sz="1050" b="0">
                <a:solidFill>
                  <a:srgbClr val="D5DDEA"/>
                </a:solidFill>
              </a:defRPr>
            </a:lvl7pPr>
            <a:lvl8pPr algn="l">
              <a:defRPr sz="1050" b="0">
                <a:solidFill>
                  <a:srgbClr val="D5DDEA"/>
                </a:solidFill>
              </a:defRPr>
            </a:lvl8pPr>
            <a:lvl9pPr algn="l">
              <a:defRPr sz="1050" b="0">
                <a:solidFill>
                  <a:srgbClr val="D5DDEA"/>
                </a:solidFill>
              </a:defRPr>
            </a:lvl9pPr>
          </a:lstStyle>
          <a:p xmlns:a="http://schemas.openxmlformats.org/drawingml/2006/main">
            <a:pPr algn="l">
              <a:defRPr sz="1050" b="0">
                <a:solidFill>
                  <a:srgbClr val="D5DDEA"/>
                </a:solidFill>
              </a:defRPr>
            </a:pPr>
            <a:r>
              <a:rPr sz="1050" b="0">
                <a:solidFill>
                  <a:srgbClr val="D5DDEA"/>
                </a:solidFill>
              </a:rPr>
              <a:t>Hay 7 pruebas unitarias para CRUD y errores HTTP; la demostración en vivo verifica la conexión real con la API.</a:t>
            </a:r>
          </a:p>
        </p:txBody>
      </p:sp>
    </p:spTree>
    <p:extLst>
      <p:ext uri="{BB962C8B-B14F-4D97-AF65-F5344CB8AC3E}">
        <p14:creationId xmlns:p14="http://schemas.microsoft.com/office/powerpoint/2010/main" val="10305431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2026-10-21T05:11:00.9840000Z</dcterms:created>
  <dcterms:modified xsi:type="dcterms:W3CDTF">2026-10-21T05:11:00.9840000Z</dcterms:modified>
</coreProperties>
</file>